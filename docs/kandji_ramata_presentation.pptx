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53" d="100"/>
          <a:sy n="53" d="100"/>
        </p:scale>
        <p:origin x="1224" y="9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ikh Kane" userId="9eb7eaeb-8de8-4071-b262-e72a4cbb31c4" providerId="ADAL" clId="{3EC648AB-8178-4B17-8BB5-80768222239B}"/>
    <pc:docChg chg="custSel addSld delSld modSld">
      <pc:chgData name="Cheikh Kane" userId="9eb7eaeb-8de8-4071-b262-e72a4cbb31c4" providerId="ADAL" clId="{3EC648AB-8178-4B17-8BB5-80768222239B}" dt="2026-06-28T01:40:57.378" v="295" actId="20577"/>
      <pc:docMkLst>
        <pc:docMk/>
      </pc:docMkLst>
      <pc:sldChg chg="del">
        <pc:chgData name="Cheikh Kane" userId="9eb7eaeb-8de8-4071-b262-e72a4cbb31c4" providerId="ADAL" clId="{3EC648AB-8178-4B17-8BB5-80768222239B}" dt="2026-06-28T01:00:08.012" v="1" actId="2696"/>
        <pc:sldMkLst>
          <pc:docMk/>
          <pc:sldMk cId="0" sldId="256"/>
        </pc:sldMkLst>
      </pc:sldChg>
      <pc:sldChg chg="modSp new">
        <pc:chgData name="Cheikh Kane" userId="9eb7eaeb-8de8-4071-b262-e72a4cbb31c4" providerId="ADAL" clId="{3EC648AB-8178-4B17-8BB5-80768222239B}" dt="2026-06-28T01:01:38.731" v="3"/>
        <pc:sldMkLst>
          <pc:docMk/>
          <pc:sldMk cId="899870715" sldId="257"/>
        </pc:sldMkLst>
        <pc:spChg chg="mod">
          <ac:chgData name="Cheikh Kane" userId="9eb7eaeb-8de8-4071-b262-e72a4cbb31c4" providerId="ADAL" clId="{3EC648AB-8178-4B17-8BB5-80768222239B}" dt="2026-06-28T01:00:51.893" v="2"/>
          <ac:spMkLst>
            <pc:docMk/>
            <pc:sldMk cId="899870715" sldId="257"/>
            <ac:spMk id="2" creationId="{6AC3C9F9-B833-BE16-234D-5DACF5F80F36}"/>
          </ac:spMkLst>
        </pc:spChg>
        <pc:spChg chg="mod">
          <ac:chgData name="Cheikh Kane" userId="9eb7eaeb-8de8-4071-b262-e72a4cbb31c4" providerId="ADAL" clId="{3EC648AB-8178-4B17-8BB5-80768222239B}" dt="2026-06-28T01:01:38.731" v="3"/>
          <ac:spMkLst>
            <pc:docMk/>
            <pc:sldMk cId="899870715" sldId="257"/>
            <ac:spMk id="3" creationId="{3D1C2A31-EC95-6245-18A4-03A3E3F539AE}"/>
          </ac:spMkLst>
        </pc:spChg>
      </pc:sldChg>
      <pc:sldChg chg="modSp new mod">
        <pc:chgData name="Cheikh Kane" userId="9eb7eaeb-8de8-4071-b262-e72a4cbb31c4" providerId="ADAL" clId="{3EC648AB-8178-4B17-8BB5-80768222239B}" dt="2026-06-28T01:37:51.370" v="219"/>
        <pc:sldMkLst>
          <pc:docMk/>
          <pc:sldMk cId="2686783823" sldId="258"/>
        </pc:sldMkLst>
        <pc:spChg chg="mod">
          <ac:chgData name="Cheikh Kane" userId="9eb7eaeb-8de8-4071-b262-e72a4cbb31c4" providerId="ADAL" clId="{3EC648AB-8178-4B17-8BB5-80768222239B}" dt="2026-06-28T01:03:04.053" v="6"/>
          <ac:spMkLst>
            <pc:docMk/>
            <pc:sldMk cId="2686783823" sldId="258"/>
            <ac:spMk id="2" creationId="{EF8AD68B-179B-5D41-DD30-8DF52903B043}"/>
          </ac:spMkLst>
        </pc:spChg>
        <pc:spChg chg="mod">
          <ac:chgData name="Cheikh Kane" userId="9eb7eaeb-8de8-4071-b262-e72a4cbb31c4" providerId="ADAL" clId="{3EC648AB-8178-4B17-8BB5-80768222239B}" dt="2026-06-28T01:37:51.370" v="219"/>
          <ac:spMkLst>
            <pc:docMk/>
            <pc:sldMk cId="2686783823" sldId="258"/>
            <ac:spMk id="3" creationId="{5F5F32DB-87FC-5E4B-1EA4-BB76310C2465}"/>
          </ac:spMkLst>
        </pc:spChg>
      </pc:sldChg>
      <pc:sldChg chg="modSp new mod">
        <pc:chgData name="Cheikh Kane" userId="9eb7eaeb-8de8-4071-b262-e72a4cbb31c4" providerId="ADAL" clId="{3EC648AB-8178-4B17-8BB5-80768222239B}" dt="2026-06-28T01:38:52.524" v="236" actId="20577"/>
        <pc:sldMkLst>
          <pc:docMk/>
          <pc:sldMk cId="141448933" sldId="259"/>
        </pc:sldMkLst>
        <pc:spChg chg="mod">
          <ac:chgData name="Cheikh Kane" userId="9eb7eaeb-8de8-4071-b262-e72a4cbb31c4" providerId="ADAL" clId="{3EC648AB-8178-4B17-8BB5-80768222239B}" dt="2026-06-28T01:04:05.054" v="10"/>
          <ac:spMkLst>
            <pc:docMk/>
            <pc:sldMk cId="141448933" sldId="259"/>
            <ac:spMk id="2" creationId="{86664885-6135-EF2F-76B5-F102FBFE8845}"/>
          </ac:spMkLst>
        </pc:spChg>
        <pc:spChg chg="mod">
          <ac:chgData name="Cheikh Kane" userId="9eb7eaeb-8de8-4071-b262-e72a4cbb31c4" providerId="ADAL" clId="{3EC648AB-8178-4B17-8BB5-80768222239B}" dt="2026-06-28T01:38:52.524" v="236" actId="20577"/>
          <ac:spMkLst>
            <pc:docMk/>
            <pc:sldMk cId="141448933" sldId="259"/>
            <ac:spMk id="3" creationId="{C289C162-7659-B44A-178F-839B8DC14648}"/>
          </ac:spMkLst>
        </pc:spChg>
      </pc:sldChg>
      <pc:sldChg chg="modSp new mod">
        <pc:chgData name="Cheikh Kane" userId="9eb7eaeb-8de8-4071-b262-e72a4cbb31c4" providerId="ADAL" clId="{3EC648AB-8178-4B17-8BB5-80768222239B}" dt="2026-06-28T01:40:57.378" v="295" actId="20577"/>
        <pc:sldMkLst>
          <pc:docMk/>
          <pc:sldMk cId="134834863" sldId="260"/>
        </pc:sldMkLst>
        <pc:spChg chg="mod">
          <ac:chgData name="Cheikh Kane" userId="9eb7eaeb-8de8-4071-b262-e72a4cbb31c4" providerId="ADAL" clId="{3EC648AB-8178-4B17-8BB5-80768222239B}" dt="2026-06-28T01:05:35.650" v="36"/>
          <ac:spMkLst>
            <pc:docMk/>
            <pc:sldMk cId="134834863" sldId="260"/>
            <ac:spMk id="2" creationId="{75BE6834-9B12-6AEF-9516-2F169D2F9914}"/>
          </ac:spMkLst>
        </pc:spChg>
        <pc:spChg chg="mod">
          <ac:chgData name="Cheikh Kane" userId="9eb7eaeb-8de8-4071-b262-e72a4cbb31c4" providerId="ADAL" clId="{3EC648AB-8178-4B17-8BB5-80768222239B}" dt="2026-06-28T01:40:57.378" v="295" actId="20577"/>
          <ac:spMkLst>
            <pc:docMk/>
            <pc:sldMk cId="134834863" sldId="260"/>
            <ac:spMk id="3" creationId="{B38B14FF-0343-4A0A-29F3-8F6F8AB9EAEF}"/>
          </ac:spMkLst>
        </pc:spChg>
      </pc:sldChg>
      <pc:sldChg chg="modSp new mod">
        <pc:chgData name="Cheikh Kane" userId="9eb7eaeb-8de8-4071-b262-e72a4cbb31c4" providerId="ADAL" clId="{3EC648AB-8178-4B17-8BB5-80768222239B}" dt="2026-06-28T01:07:00.185" v="56" actId="27636"/>
        <pc:sldMkLst>
          <pc:docMk/>
          <pc:sldMk cId="3906449596" sldId="261"/>
        </pc:sldMkLst>
        <pc:spChg chg="mod">
          <ac:chgData name="Cheikh Kane" userId="9eb7eaeb-8de8-4071-b262-e72a4cbb31c4" providerId="ADAL" clId="{3EC648AB-8178-4B17-8BB5-80768222239B}" dt="2026-06-28T01:06:25.473" v="40"/>
          <ac:spMkLst>
            <pc:docMk/>
            <pc:sldMk cId="3906449596" sldId="261"/>
            <ac:spMk id="2" creationId="{CED608FE-8D1C-1424-41A7-21AB63ADC048}"/>
          </ac:spMkLst>
        </pc:spChg>
        <pc:spChg chg="mod">
          <ac:chgData name="Cheikh Kane" userId="9eb7eaeb-8de8-4071-b262-e72a4cbb31c4" providerId="ADAL" clId="{3EC648AB-8178-4B17-8BB5-80768222239B}" dt="2026-06-28T01:07:00.185" v="56" actId="27636"/>
          <ac:spMkLst>
            <pc:docMk/>
            <pc:sldMk cId="3906449596" sldId="261"/>
            <ac:spMk id="3" creationId="{6720846B-870B-154D-D36E-17741B1C66B9}"/>
          </ac:spMkLst>
        </pc:spChg>
      </pc:sldChg>
      <pc:sldChg chg="addSp delSp modSp new mod">
        <pc:chgData name="Cheikh Kane" userId="9eb7eaeb-8de8-4071-b262-e72a4cbb31c4" providerId="ADAL" clId="{3EC648AB-8178-4B17-8BB5-80768222239B}" dt="2026-06-28T01:12:01.693" v="75" actId="22"/>
        <pc:sldMkLst>
          <pc:docMk/>
          <pc:sldMk cId="2660810855" sldId="262"/>
        </pc:sldMkLst>
        <pc:spChg chg="mod">
          <ac:chgData name="Cheikh Kane" userId="9eb7eaeb-8de8-4071-b262-e72a4cbb31c4" providerId="ADAL" clId="{3EC648AB-8178-4B17-8BB5-80768222239B}" dt="2026-06-28T01:08:14.792" v="58"/>
          <ac:spMkLst>
            <pc:docMk/>
            <pc:sldMk cId="2660810855" sldId="262"/>
            <ac:spMk id="2" creationId="{E8822ECD-BB34-77AA-939F-890B1596EB15}"/>
          </ac:spMkLst>
        </pc:spChg>
        <pc:spChg chg="del mod">
          <ac:chgData name="Cheikh Kane" userId="9eb7eaeb-8de8-4071-b262-e72a4cbb31c4" providerId="ADAL" clId="{3EC648AB-8178-4B17-8BB5-80768222239B}" dt="2026-06-28T01:12:01.693" v="75" actId="22"/>
          <ac:spMkLst>
            <pc:docMk/>
            <pc:sldMk cId="2660810855" sldId="262"/>
            <ac:spMk id="3" creationId="{EF823C98-E96B-4D79-AD1F-7A15AB2CC153}"/>
          </ac:spMkLst>
        </pc:spChg>
        <pc:graphicFrameChg chg="add mod">
          <ac:chgData name="Cheikh Kane" userId="9eb7eaeb-8de8-4071-b262-e72a4cbb31c4" providerId="ADAL" clId="{3EC648AB-8178-4B17-8BB5-80768222239B}" dt="2026-06-28T01:11:21.422" v="73"/>
          <ac:graphicFrameMkLst>
            <pc:docMk/>
            <pc:sldMk cId="2660810855" sldId="262"/>
            <ac:graphicFrameMk id="4" creationId="{9E0F1A37-54D1-F3DE-6E9C-8D69C7840669}"/>
          </ac:graphicFrameMkLst>
        </pc:graphicFrameChg>
        <pc:graphicFrameChg chg="add mod">
          <ac:chgData name="Cheikh Kane" userId="9eb7eaeb-8de8-4071-b262-e72a4cbb31c4" providerId="ADAL" clId="{3EC648AB-8178-4B17-8BB5-80768222239B}" dt="2026-06-28T01:11:25.176" v="74"/>
          <ac:graphicFrameMkLst>
            <pc:docMk/>
            <pc:sldMk cId="2660810855" sldId="262"/>
            <ac:graphicFrameMk id="5" creationId="{EAC81C9A-17E3-5252-63DC-6957E4CE2B82}"/>
          </ac:graphicFrameMkLst>
        </pc:graphicFrameChg>
        <pc:picChg chg="add mod ord">
          <ac:chgData name="Cheikh Kane" userId="9eb7eaeb-8de8-4071-b262-e72a4cbb31c4" providerId="ADAL" clId="{3EC648AB-8178-4B17-8BB5-80768222239B}" dt="2026-06-28T01:12:01.693" v="75" actId="22"/>
          <ac:picMkLst>
            <pc:docMk/>
            <pc:sldMk cId="2660810855" sldId="262"/>
            <ac:picMk id="7" creationId="{7E5916A2-7FE6-DE91-BA2C-45FF4C6F23BF}"/>
          </ac:picMkLst>
        </pc:picChg>
      </pc:sldChg>
      <pc:sldChg chg="addSp delSp modSp new mod">
        <pc:chgData name="Cheikh Kane" userId="9eb7eaeb-8de8-4071-b262-e72a4cbb31c4" providerId="ADAL" clId="{3EC648AB-8178-4B17-8BB5-80768222239B}" dt="2026-06-28T01:13:35.686" v="93" actId="22"/>
        <pc:sldMkLst>
          <pc:docMk/>
          <pc:sldMk cId="1328075611" sldId="263"/>
        </pc:sldMkLst>
        <pc:spChg chg="mod">
          <ac:chgData name="Cheikh Kane" userId="9eb7eaeb-8de8-4071-b262-e72a4cbb31c4" providerId="ADAL" clId="{3EC648AB-8178-4B17-8BB5-80768222239B}" dt="2026-06-28T01:13:10.457" v="92" actId="20577"/>
          <ac:spMkLst>
            <pc:docMk/>
            <pc:sldMk cId="1328075611" sldId="263"/>
            <ac:spMk id="2" creationId="{3B1A09C8-C3E7-6726-F983-9578D2E40F9A}"/>
          </ac:spMkLst>
        </pc:spChg>
        <pc:spChg chg="del">
          <ac:chgData name="Cheikh Kane" userId="9eb7eaeb-8de8-4071-b262-e72a4cbb31c4" providerId="ADAL" clId="{3EC648AB-8178-4B17-8BB5-80768222239B}" dt="2026-06-28T01:13:35.686" v="93" actId="22"/>
          <ac:spMkLst>
            <pc:docMk/>
            <pc:sldMk cId="1328075611" sldId="263"/>
            <ac:spMk id="3" creationId="{198AD686-FECE-AA04-098A-36BFC1B719D8}"/>
          </ac:spMkLst>
        </pc:spChg>
        <pc:picChg chg="add mod ord">
          <ac:chgData name="Cheikh Kane" userId="9eb7eaeb-8de8-4071-b262-e72a4cbb31c4" providerId="ADAL" clId="{3EC648AB-8178-4B17-8BB5-80768222239B}" dt="2026-06-28T01:13:35.686" v="93" actId="22"/>
          <ac:picMkLst>
            <pc:docMk/>
            <pc:sldMk cId="1328075611" sldId="263"/>
            <ac:picMk id="5" creationId="{C6C33770-42DB-3CDE-94F2-A9F365ED501E}"/>
          </ac:picMkLst>
        </pc:picChg>
      </pc:sldChg>
      <pc:sldChg chg="addSp delSp modSp new mod">
        <pc:chgData name="Cheikh Kane" userId="9eb7eaeb-8de8-4071-b262-e72a4cbb31c4" providerId="ADAL" clId="{3EC648AB-8178-4B17-8BB5-80768222239B}" dt="2026-06-28T01:14:30.970" v="116" actId="20577"/>
        <pc:sldMkLst>
          <pc:docMk/>
          <pc:sldMk cId="3880796226" sldId="264"/>
        </pc:sldMkLst>
        <pc:spChg chg="mod">
          <ac:chgData name="Cheikh Kane" userId="9eb7eaeb-8de8-4071-b262-e72a4cbb31c4" providerId="ADAL" clId="{3EC648AB-8178-4B17-8BB5-80768222239B}" dt="2026-06-28T01:14:30.970" v="116" actId="20577"/>
          <ac:spMkLst>
            <pc:docMk/>
            <pc:sldMk cId="3880796226" sldId="264"/>
            <ac:spMk id="2" creationId="{F95C53DA-2992-DD75-2D6D-CB02E6EAD1D2}"/>
          </ac:spMkLst>
        </pc:spChg>
        <pc:spChg chg="del">
          <ac:chgData name="Cheikh Kane" userId="9eb7eaeb-8de8-4071-b262-e72a4cbb31c4" providerId="ADAL" clId="{3EC648AB-8178-4B17-8BB5-80768222239B}" dt="2026-06-28T01:14:06.795" v="95" actId="22"/>
          <ac:spMkLst>
            <pc:docMk/>
            <pc:sldMk cId="3880796226" sldId="264"/>
            <ac:spMk id="3" creationId="{8DF63C66-6ED2-EA63-415E-4FCCC7BCA6C6}"/>
          </ac:spMkLst>
        </pc:spChg>
        <pc:picChg chg="add mod ord">
          <ac:chgData name="Cheikh Kane" userId="9eb7eaeb-8de8-4071-b262-e72a4cbb31c4" providerId="ADAL" clId="{3EC648AB-8178-4B17-8BB5-80768222239B}" dt="2026-06-28T01:14:06.795" v="95" actId="22"/>
          <ac:picMkLst>
            <pc:docMk/>
            <pc:sldMk cId="3880796226" sldId="264"/>
            <ac:picMk id="5" creationId="{294F04E4-567D-31FC-7F26-69F7ECEAB0F7}"/>
          </ac:picMkLst>
        </pc:picChg>
      </pc:sldChg>
      <pc:sldChg chg="addSp new del mod">
        <pc:chgData name="Cheikh Kane" userId="9eb7eaeb-8de8-4071-b262-e72a4cbb31c4" providerId="ADAL" clId="{3EC648AB-8178-4B17-8BB5-80768222239B}" dt="2026-06-28T01:15:20.572" v="119" actId="2696"/>
        <pc:sldMkLst>
          <pc:docMk/>
          <pc:sldMk cId="1598436491" sldId="265"/>
        </pc:sldMkLst>
        <pc:picChg chg="add">
          <ac:chgData name="Cheikh Kane" userId="9eb7eaeb-8de8-4071-b262-e72a4cbb31c4" providerId="ADAL" clId="{3EC648AB-8178-4B17-8BB5-80768222239B}" dt="2026-06-28T01:15:07.733" v="118" actId="22"/>
          <ac:picMkLst>
            <pc:docMk/>
            <pc:sldMk cId="1598436491" sldId="265"/>
            <ac:picMk id="5" creationId="{8DC32EF0-EE39-BDAD-64F5-A2EC86FED788}"/>
          </ac:picMkLst>
        </pc:picChg>
      </pc:sldChg>
      <pc:sldChg chg="addSp delSp modSp new mod">
        <pc:chgData name="Cheikh Kane" userId="9eb7eaeb-8de8-4071-b262-e72a4cbb31c4" providerId="ADAL" clId="{3EC648AB-8178-4B17-8BB5-80768222239B}" dt="2026-06-28T01:15:38.862" v="134" actId="22"/>
        <pc:sldMkLst>
          <pc:docMk/>
          <pc:sldMk cId="3268121958" sldId="265"/>
        </pc:sldMkLst>
        <pc:spChg chg="mod">
          <ac:chgData name="Cheikh Kane" userId="9eb7eaeb-8de8-4071-b262-e72a4cbb31c4" providerId="ADAL" clId="{3EC648AB-8178-4B17-8BB5-80768222239B}" dt="2026-06-28T01:15:36.371" v="133" actId="20577"/>
          <ac:spMkLst>
            <pc:docMk/>
            <pc:sldMk cId="3268121958" sldId="265"/>
            <ac:spMk id="2" creationId="{935F3E4E-32F0-CEC8-3F75-8450A0E63569}"/>
          </ac:spMkLst>
        </pc:spChg>
        <pc:spChg chg="del">
          <ac:chgData name="Cheikh Kane" userId="9eb7eaeb-8de8-4071-b262-e72a4cbb31c4" providerId="ADAL" clId="{3EC648AB-8178-4B17-8BB5-80768222239B}" dt="2026-06-28T01:15:38.862" v="134" actId="22"/>
          <ac:spMkLst>
            <pc:docMk/>
            <pc:sldMk cId="3268121958" sldId="265"/>
            <ac:spMk id="3" creationId="{4A0CE1EF-2983-74D0-0C1C-B77F6F13BD7B}"/>
          </ac:spMkLst>
        </pc:spChg>
        <pc:picChg chg="add mod ord">
          <ac:chgData name="Cheikh Kane" userId="9eb7eaeb-8de8-4071-b262-e72a4cbb31c4" providerId="ADAL" clId="{3EC648AB-8178-4B17-8BB5-80768222239B}" dt="2026-06-28T01:15:38.862" v="134" actId="22"/>
          <ac:picMkLst>
            <pc:docMk/>
            <pc:sldMk cId="3268121958" sldId="265"/>
            <ac:picMk id="5" creationId="{4EAD396E-51F2-B621-E26F-77E6F13E4B1A}"/>
          </ac:picMkLst>
        </pc:picChg>
      </pc:sldChg>
      <pc:sldChg chg="addSp delSp modSp new mod">
        <pc:chgData name="Cheikh Kane" userId="9eb7eaeb-8de8-4071-b262-e72a4cbb31c4" providerId="ADAL" clId="{3EC648AB-8178-4B17-8BB5-80768222239B}" dt="2026-06-28T01:16:18.893" v="150" actId="22"/>
        <pc:sldMkLst>
          <pc:docMk/>
          <pc:sldMk cId="1509804479" sldId="266"/>
        </pc:sldMkLst>
        <pc:spChg chg="mod">
          <ac:chgData name="Cheikh Kane" userId="9eb7eaeb-8de8-4071-b262-e72a4cbb31c4" providerId="ADAL" clId="{3EC648AB-8178-4B17-8BB5-80768222239B}" dt="2026-06-28T01:15:55.955" v="149" actId="20577"/>
          <ac:spMkLst>
            <pc:docMk/>
            <pc:sldMk cId="1509804479" sldId="266"/>
            <ac:spMk id="2" creationId="{9E80FB7F-1D6E-B9B3-0A67-EC461A2DF63E}"/>
          </ac:spMkLst>
        </pc:spChg>
        <pc:spChg chg="del">
          <ac:chgData name="Cheikh Kane" userId="9eb7eaeb-8de8-4071-b262-e72a4cbb31c4" providerId="ADAL" clId="{3EC648AB-8178-4B17-8BB5-80768222239B}" dt="2026-06-28T01:16:18.893" v="150" actId="22"/>
          <ac:spMkLst>
            <pc:docMk/>
            <pc:sldMk cId="1509804479" sldId="266"/>
            <ac:spMk id="3" creationId="{940459BB-0463-0068-5735-CF7AC2BF5579}"/>
          </ac:spMkLst>
        </pc:spChg>
        <pc:picChg chg="add mod ord">
          <ac:chgData name="Cheikh Kane" userId="9eb7eaeb-8de8-4071-b262-e72a4cbb31c4" providerId="ADAL" clId="{3EC648AB-8178-4B17-8BB5-80768222239B}" dt="2026-06-28T01:16:18.893" v="150" actId="22"/>
          <ac:picMkLst>
            <pc:docMk/>
            <pc:sldMk cId="1509804479" sldId="266"/>
            <ac:picMk id="5" creationId="{C38A6FFA-E328-02F0-F207-A8F10BE55888}"/>
          </ac:picMkLst>
        </pc:picChg>
      </pc:sldChg>
      <pc:sldChg chg="modSp new mod">
        <pc:chgData name="Cheikh Kane" userId="9eb7eaeb-8de8-4071-b262-e72a4cbb31c4" providerId="ADAL" clId="{3EC648AB-8178-4B17-8BB5-80768222239B}" dt="2026-06-28T01:17:34.206" v="154" actId="20577"/>
        <pc:sldMkLst>
          <pc:docMk/>
          <pc:sldMk cId="3945240479" sldId="267"/>
        </pc:sldMkLst>
        <pc:spChg chg="mod">
          <ac:chgData name="Cheikh Kane" userId="9eb7eaeb-8de8-4071-b262-e72a4cbb31c4" providerId="ADAL" clId="{3EC648AB-8178-4B17-8BB5-80768222239B}" dt="2026-06-28T01:16:47.220" v="152"/>
          <ac:spMkLst>
            <pc:docMk/>
            <pc:sldMk cId="3945240479" sldId="267"/>
            <ac:spMk id="2" creationId="{35028D3E-482D-1833-1A7D-3A26697B2974}"/>
          </ac:spMkLst>
        </pc:spChg>
        <pc:spChg chg="mod">
          <ac:chgData name="Cheikh Kane" userId="9eb7eaeb-8de8-4071-b262-e72a4cbb31c4" providerId="ADAL" clId="{3EC648AB-8178-4B17-8BB5-80768222239B}" dt="2026-06-28T01:17:34.206" v="154" actId="20577"/>
          <ac:spMkLst>
            <pc:docMk/>
            <pc:sldMk cId="3945240479" sldId="267"/>
            <ac:spMk id="3" creationId="{53211688-87DF-B8C8-C7B3-8270EA1871E5}"/>
          </ac:spMkLst>
        </pc:spChg>
      </pc:sldChg>
      <pc:sldChg chg="modSp new mod">
        <pc:chgData name="Cheikh Kane" userId="9eb7eaeb-8de8-4071-b262-e72a4cbb31c4" providerId="ADAL" clId="{3EC648AB-8178-4B17-8BB5-80768222239B}" dt="2026-06-28T01:30:25.904" v="182" actId="20577"/>
        <pc:sldMkLst>
          <pc:docMk/>
          <pc:sldMk cId="688941392" sldId="268"/>
        </pc:sldMkLst>
        <pc:spChg chg="mod">
          <ac:chgData name="Cheikh Kane" userId="9eb7eaeb-8de8-4071-b262-e72a4cbb31c4" providerId="ADAL" clId="{3EC648AB-8178-4B17-8BB5-80768222239B}" dt="2026-06-28T01:18:32.831" v="156"/>
          <ac:spMkLst>
            <pc:docMk/>
            <pc:sldMk cId="688941392" sldId="268"/>
            <ac:spMk id="2" creationId="{A4C03C10-34A2-9907-B634-F4922578CDBE}"/>
          </ac:spMkLst>
        </pc:spChg>
        <pc:spChg chg="mod">
          <ac:chgData name="Cheikh Kane" userId="9eb7eaeb-8de8-4071-b262-e72a4cbb31c4" providerId="ADAL" clId="{3EC648AB-8178-4B17-8BB5-80768222239B}" dt="2026-06-28T01:30:25.904" v="182" actId="20577"/>
          <ac:spMkLst>
            <pc:docMk/>
            <pc:sldMk cId="688941392" sldId="268"/>
            <ac:spMk id="3" creationId="{E8A170F6-22F6-8D57-E084-FAF93AE43423}"/>
          </ac:spMkLst>
        </pc:spChg>
      </pc:sldChg>
      <pc:sldChg chg="modSp new mod">
        <pc:chgData name="Cheikh Kane" userId="9eb7eaeb-8de8-4071-b262-e72a4cbb31c4" providerId="ADAL" clId="{3EC648AB-8178-4B17-8BB5-80768222239B}" dt="2026-06-28T01:20:19.248" v="164" actId="27636"/>
        <pc:sldMkLst>
          <pc:docMk/>
          <pc:sldMk cId="3685844890" sldId="269"/>
        </pc:sldMkLst>
        <pc:spChg chg="mod">
          <ac:chgData name="Cheikh Kane" userId="9eb7eaeb-8de8-4071-b262-e72a4cbb31c4" providerId="ADAL" clId="{3EC648AB-8178-4B17-8BB5-80768222239B}" dt="2026-06-28T01:20:04.302" v="162"/>
          <ac:spMkLst>
            <pc:docMk/>
            <pc:sldMk cId="3685844890" sldId="269"/>
            <ac:spMk id="2" creationId="{DFB0802F-C3CC-C8EB-F00C-E84FEA3C1CBA}"/>
          </ac:spMkLst>
        </pc:spChg>
        <pc:spChg chg="mod">
          <ac:chgData name="Cheikh Kane" userId="9eb7eaeb-8de8-4071-b262-e72a4cbb31c4" providerId="ADAL" clId="{3EC648AB-8178-4B17-8BB5-80768222239B}" dt="2026-06-28T01:20:19.248" v="164" actId="27636"/>
          <ac:spMkLst>
            <pc:docMk/>
            <pc:sldMk cId="3685844890" sldId="269"/>
            <ac:spMk id="3" creationId="{47BCB39E-EA41-66DE-9971-37E4171ADCE9}"/>
          </ac:spMkLst>
        </pc:spChg>
      </pc:sldChg>
      <pc:sldChg chg="modSp new mod">
        <pc:chgData name="Cheikh Kane" userId="9eb7eaeb-8de8-4071-b262-e72a4cbb31c4" providerId="ADAL" clId="{3EC648AB-8178-4B17-8BB5-80768222239B}" dt="2026-06-28T01:32:29.342" v="196" actId="20577"/>
        <pc:sldMkLst>
          <pc:docMk/>
          <pc:sldMk cId="2224403554" sldId="270"/>
        </pc:sldMkLst>
        <pc:spChg chg="mod">
          <ac:chgData name="Cheikh Kane" userId="9eb7eaeb-8de8-4071-b262-e72a4cbb31c4" providerId="ADAL" clId="{3EC648AB-8178-4B17-8BB5-80768222239B}" dt="2026-06-28T01:20:49.239" v="166"/>
          <ac:spMkLst>
            <pc:docMk/>
            <pc:sldMk cId="2224403554" sldId="270"/>
            <ac:spMk id="2" creationId="{387ED77B-EFD9-CA97-5DF6-C13494B8DD4E}"/>
          </ac:spMkLst>
        </pc:spChg>
        <pc:spChg chg="mod">
          <ac:chgData name="Cheikh Kane" userId="9eb7eaeb-8de8-4071-b262-e72a4cbb31c4" providerId="ADAL" clId="{3EC648AB-8178-4B17-8BB5-80768222239B}" dt="2026-06-28T01:32:29.342" v="196" actId="20577"/>
          <ac:spMkLst>
            <pc:docMk/>
            <pc:sldMk cId="2224403554" sldId="270"/>
            <ac:spMk id="3" creationId="{0B33CFC6-ADDE-567C-38F7-2569B7621A9C}"/>
          </ac:spMkLst>
        </pc:spChg>
      </pc:sldChg>
      <pc:sldChg chg="modSp new">
        <pc:chgData name="Cheikh Kane" userId="9eb7eaeb-8de8-4071-b262-e72a4cbb31c4" providerId="ADAL" clId="{3EC648AB-8178-4B17-8BB5-80768222239B}" dt="2026-06-28T01:23:07.312" v="171"/>
        <pc:sldMkLst>
          <pc:docMk/>
          <pc:sldMk cId="3385604572" sldId="271"/>
        </pc:sldMkLst>
        <pc:spChg chg="mod">
          <ac:chgData name="Cheikh Kane" userId="9eb7eaeb-8de8-4071-b262-e72a4cbb31c4" providerId="ADAL" clId="{3EC648AB-8178-4B17-8BB5-80768222239B}" dt="2026-06-28T01:23:07.312" v="171"/>
          <ac:spMkLst>
            <pc:docMk/>
            <pc:sldMk cId="3385604572" sldId="271"/>
            <ac:spMk id="2" creationId="{D36B52EF-5E8E-315C-2191-DA9B513ADFE6}"/>
          </ac:spMkLst>
        </pc:spChg>
        <pc:spChg chg="mod">
          <ac:chgData name="Cheikh Kane" userId="9eb7eaeb-8de8-4071-b262-e72a4cbb31c4" providerId="ADAL" clId="{3EC648AB-8178-4B17-8BB5-80768222239B}" dt="2026-06-28T01:22:51.957" v="170"/>
          <ac:spMkLst>
            <pc:docMk/>
            <pc:sldMk cId="3385604572" sldId="271"/>
            <ac:spMk id="3" creationId="{3F732486-AC5D-8987-D23D-A5335D2866E2}"/>
          </ac:spMkLst>
        </pc:spChg>
      </pc:sldChg>
      <pc:sldChg chg="modSp new">
        <pc:chgData name="Cheikh Kane" userId="9eb7eaeb-8de8-4071-b262-e72a4cbb31c4" providerId="ADAL" clId="{3EC648AB-8178-4B17-8BB5-80768222239B}" dt="2026-06-28T01:23:49.628" v="174"/>
        <pc:sldMkLst>
          <pc:docMk/>
          <pc:sldMk cId="2870749403" sldId="272"/>
        </pc:sldMkLst>
        <pc:spChg chg="mod">
          <ac:chgData name="Cheikh Kane" userId="9eb7eaeb-8de8-4071-b262-e72a4cbb31c4" providerId="ADAL" clId="{3EC648AB-8178-4B17-8BB5-80768222239B}" dt="2026-06-28T01:23:35.847" v="173"/>
          <ac:spMkLst>
            <pc:docMk/>
            <pc:sldMk cId="2870749403" sldId="272"/>
            <ac:spMk id="2" creationId="{AD3BDBAF-1D23-1A0A-3605-E9287456D5F2}"/>
          </ac:spMkLst>
        </pc:spChg>
        <pc:spChg chg="mod">
          <ac:chgData name="Cheikh Kane" userId="9eb7eaeb-8de8-4071-b262-e72a4cbb31c4" providerId="ADAL" clId="{3EC648AB-8178-4B17-8BB5-80768222239B}" dt="2026-06-28T01:23:49.628" v="174"/>
          <ac:spMkLst>
            <pc:docMk/>
            <pc:sldMk cId="2870749403" sldId="272"/>
            <ac:spMk id="3" creationId="{5F48A483-A196-39E8-9E42-82CB8D41E29A}"/>
          </ac:spMkLst>
        </pc:spChg>
      </pc:sldChg>
      <pc:sldChg chg="modSp new mod">
        <pc:chgData name="Cheikh Kane" userId="9eb7eaeb-8de8-4071-b262-e72a4cbb31c4" providerId="ADAL" clId="{3EC648AB-8178-4B17-8BB5-80768222239B}" dt="2026-06-28T01:34:34.659" v="217" actId="20577"/>
        <pc:sldMkLst>
          <pc:docMk/>
          <pc:sldMk cId="923702230" sldId="273"/>
        </pc:sldMkLst>
        <pc:spChg chg="mod">
          <ac:chgData name="Cheikh Kane" userId="9eb7eaeb-8de8-4071-b262-e72a4cbb31c4" providerId="ADAL" clId="{3EC648AB-8178-4B17-8BB5-80768222239B}" dt="2026-06-28T01:24:16.184" v="176"/>
          <ac:spMkLst>
            <pc:docMk/>
            <pc:sldMk cId="923702230" sldId="273"/>
            <ac:spMk id="2" creationId="{9C3B76E1-D4B3-28AD-D5AB-1FA0D422DAE3}"/>
          </ac:spMkLst>
        </pc:spChg>
        <pc:spChg chg="mod">
          <ac:chgData name="Cheikh Kane" userId="9eb7eaeb-8de8-4071-b262-e72a4cbb31c4" providerId="ADAL" clId="{3EC648AB-8178-4B17-8BB5-80768222239B}" dt="2026-06-28T01:34:34.659" v="217" actId="20577"/>
          <ac:spMkLst>
            <pc:docMk/>
            <pc:sldMk cId="923702230" sldId="273"/>
            <ac:spMk id="3" creationId="{F2BA2718-FF8F-49B7-65F5-62E7A0D59F94}"/>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6/28/2026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6/28/2026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6/28/2026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6/28/2026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6/28/2026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6/28/2026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6/28/2026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6/28/2026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‹N°›</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6/28/2026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6/28/2026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6/28/2026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‹N°›</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6/28/2026</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‹N°›</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C3C9F9-B833-BE16-234D-5DACF5F80F36}"/>
              </a:ext>
            </a:extLst>
          </p:cNvPr>
          <p:cNvSpPr>
            <a:spLocks noGrp="1"/>
          </p:cNvSpPr>
          <p:nvPr>
            <p:ph type="title"/>
          </p:nvPr>
        </p:nvSpPr>
        <p:spPr/>
        <p:txBody>
          <a:bodyPr/>
          <a:lstStyle/>
          <a:p>
            <a:r>
              <a:rPr lang="fr-FR" dirty="0"/>
              <a:t>Projet : </a:t>
            </a:r>
            <a:r>
              <a:rPr lang="fr-FR" dirty="0" err="1"/>
              <a:t>AfriTalent</a:t>
            </a:r>
            <a:endParaRPr lang="fr-FR" dirty="0"/>
          </a:p>
        </p:txBody>
      </p:sp>
      <p:sp>
        <p:nvSpPr>
          <p:cNvPr id="3" name="Espace réservé du contenu 2">
            <a:extLst>
              <a:ext uri="{FF2B5EF4-FFF2-40B4-BE49-F238E27FC236}">
                <a16:creationId xmlns:a16="http://schemas.microsoft.com/office/drawing/2014/main" id="{3D1C2A31-EC95-6245-18A4-03A3E3F539AE}"/>
              </a:ext>
            </a:extLst>
          </p:cNvPr>
          <p:cNvSpPr>
            <a:spLocks noGrp="1"/>
          </p:cNvSpPr>
          <p:nvPr>
            <p:ph idx="1"/>
          </p:nvPr>
        </p:nvSpPr>
        <p:spPr/>
        <p:txBody>
          <a:bodyPr/>
          <a:lstStyle/>
          <a:p>
            <a:r>
              <a:rPr lang="en-US" dirty="0"/>
              <a:t>Presenter par : Ramata Kandji</a:t>
            </a:r>
          </a:p>
          <a:p>
            <a:r>
              <a:rPr lang="en-US" dirty="0"/>
              <a:t> Technologies : HTML, CSS Bootstrap , JavaScript</a:t>
            </a:r>
          </a:p>
          <a:p>
            <a:r>
              <a:rPr lang="en-US" dirty="0"/>
              <a:t>Annee:2025 / 2026</a:t>
            </a:r>
          </a:p>
          <a:p>
            <a:r>
              <a:rPr lang="en-US" dirty="0"/>
              <a:t>Classe : AIGE NR</a:t>
            </a:r>
          </a:p>
          <a:p>
            <a:endParaRPr lang="fr-FR" dirty="0"/>
          </a:p>
        </p:txBody>
      </p:sp>
    </p:spTree>
    <p:extLst>
      <p:ext uri="{BB962C8B-B14F-4D97-AF65-F5344CB8AC3E}">
        <p14:creationId xmlns:p14="http://schemas.microsoft.com/office/powerpoint/2010/main" val="899870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8AD68B-179B-5D41-DD30-8DF52903B043}"/>
              </a:ext>
            </a:extLst>
          </p:cNvPr>
          <p:cNvSpPr>
            <a:spLocks noGrp="1"/>
          </p:cNvSpPr>
          <p:nvPr>
            <p:ph type="title"/>
          </p:nvPr>
        </p:nvSpPr>
        <p:spPr/>
        <p:txBody>
          <a:bodyPr/>
          <a:lstStyle/>
          <a:p>
            <a:r>
              <a:rPr lang="en-US" dirty="0"/>
              <a:t>Presentation du </a:t>
            </a:r>
            <a:r>
              <a:rPr lang="en-US" dirty="0" err="1"/>
              <a:t>projet</a:t>
            </a:r>
            <a:endParaRPr lang="fr-FR" dirty="0"/>
          </a:p>
        </p:txBody>
      </p:sp>
      <p:sp>
        <p:nvSpPr>
          <p:cNvPr id="3" name="Espace réservé du contenu 2">
            <a:extLst>
              <a:ext uri="{FF2B5EF4-FFF2-40B4-BE49-F238E27FC236}">
                <a16:creationId xmlns:a16="http://schemas.microsoft.com/office/drawing/2014/main" id="{5F5F32DB-87FC-5E4B-1EA4-BB76310C2465}"/>
              </a:ext>
            </a:extLst>
          </p:cNvPr>
          <p:cNvSpPr>
            <a:spLocks noGrp="1"/>
          </p:cNvSpPr>
          <p:nvPr>
            <p:ph idx="1"/>
          </p:nvPr>
        </p:nvSpPr>
        <p:spPr/>
        <p:txBody>
          <a:bodyPr/>
          <a:lstStyle/>
          <a:p>
            <a:r>
              <a:rPr lang="fr-FR" dirty="0" err="1"/>
              <a:t>AfriTalent</a:t>
            </a:r>
            <a:r>
              <a:rPr lang="fr-FR" dirty="0"/>
              <a:t> est un site web qui met en relation des freelances et des clients. Il permet de découvrir des profils de freelances, de consulter les tarifs proposés et de contacter la plateforme grâce à un formulaire. Le site est simple, responsive et facile à utiliser.</a:t>
            </a:r>
          </a:p>
        </p:txBody>
      </p:sp>
    </p:spTree>
    <p:extLst>
      <p:ext uri="{BB962C8B-B14F-4D97-AF65-F5344CB8AC3E}">
        <p14:creationId xmlns:p14="http://schemas.microsoft.com/office/powerpoint/2010/main" val="268678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664885-6135-EF2F-76B5-F102FBFE8845}"/>
              </a:ext>
            </a:extLst>
          </p:cNvPr>
          <p:cNvSpPr>
            <a:spLocks noGrp="1"/>
          </p:cNvSpPr>
          <p:nvPr>
            <p:ph type="title"/>
          </p:nvPr>
        </p:nvSpPr>
        <p:spPr/>
        <p:txBody>
          <a:bodyPr/>
          <a:lstStyle/>
          <a:p>
            <a:r>
              <a:rPr lang="en-US" dirty="0"/>
              <a:t>Choix du design – Palette de couleurs</a:t>
            </a:r>
            <a:endParaRPr lang="fr-FR" dirty="0"/>
          </a:p>
        </p:txBody>
      </p:sp>
      <p:sp>
        <p:nvSpPr>
          <p:cNvPr id="3" name="Espace réservé du contenu 2">
            <a:extLst>
              <a:ext uri="{FF2B5EF4-FFF2-40B4-BE49-F238E27FC236}">
                <a16:creationId xmlns:a16="http://schemas.microsoft.com/office/drawing/2014/main" id="{C289C162-7659-B44A-178F-839B8DC14648}"/>
              </a:ext>
            </a:extLst>
          </p:cNvPr>
          <p:cNvSpPr>
            <a:spLocks noGrp="1"/>
          </p:cNvSpPr>
          <p:nvPr>
            <p:ph idx="1"/>
          </p:nvPr>
        </p:nvSpPr>
        <p:spPr/>
        <p:txBody>
          <a:bodyPr/>
          <a:lstStyle/>
          <a:p>
            <a:pPr marL="0" indent="0">
              <a:buNone/>
            </a:pPr>
            <a:endParaRPr lang="en-US" dirty="0"/>
          </a:p>
          <a:p>
            <a:r>
              <a:rPr lang="fr-FR" sz="2000" dirty="0"/>
              <a:t>Violet : couleur principale du site .</a:t>
            </a:r>
          </a:p>
          <a:p>
            <a:r>
              <a:rPr lang="fr-FR" sz="2000" dirty="0"/>
              <a:t>Blanc : fond des pages .</a:t>
            </a:r>
          </a:p>
          <a:p>
            <a:r>
              <a:rPr lang="fr-FR" sz="2000" dirty="0"/>
              <a:t>Bleu : boutons et certains éléments .</a:t>
            </a:r>
          </a:p>
          <a:p>
            <a:r>
              <a:rPr lang="fr-FR" sz="2000" dirty="0"/>
              <a:t>Noir : texte.</a:t>
            </a:r>
          </a:p>
        </p:txBody>
      </p:sp>
    </p:spTree>
    <p:extLst>
      <p:ext uri="{BB962C8B-B14F-4D97-AF65-F5344CB8AC3E}">
        <p14:creationId xmlns:p14="http://schemas.microsoft.com/office/powerpoint/2010/main" val="14144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BE6834-9B12-6AEF-9516-2F169D2F9914}"/>
              </a:ext>
            </a:extLst>
          </p:cNvPr>
          <p:cNvSpPr>
            <a:spLocks noGrp="1"/>
          </p:cNvSpPr>
          <p:nvPr>
            <p:ph type="title"/>
          </p:nvPr>
        </p:nvSpPr>
        <p:spPr/>
        <p:txBody>
          <a:bodyPr/>
          <a:lstStyle/>
          <a:p>
            <a:r>
              <a:rPr lang="en-US" dirty="0"/>
              <a:t>Choix du design – Police et inspirations</a:t>
            </a:r>
            <a:endParaRPr lang="fr-FR" dirty="0"/>
          </a:p>
        </p:txBody>
      </p:sp>
      <p:sp>
        <p:nvSpPr>
          <p:cNvPr id="3" name="Espace réservé du contenu 2">
            <a:extLst>
              <a:ext uri="{FF2B5EF4-FFF2-40B4-BE49-F238E27FC236}">
                <a16:creationId xmlns:a16="http://schemas.microsoft.com/office/drawing/2014/main" id="{B38B14FF-0343-4A0A-29F3-8F6F8AB9EAEF}"/>
              </a:ext>
            </a:extLst>
          </p:cNvPr>
          <p:cNvSpPr>
            <a:spLocks noGrp="1"/>
          </p:cNvSpPr>
          <p:nvPr>
            <p:ph idx="1"/>
          </p:nvPr>
        </p:nvSpPr>
        <p:spPr/>
        <p:txBody>
          <a:bodyPr/>
          <a:lstStyle/>
          <a:p>
            <a:pPr marL="0" indent="0">
              <a:buNone/>
            </a:pPr>
            <a:endParaRPr lang="fr-FR" dirty="0"/>
          </a:p>
          <a:p>
            <a:r>
              <a:rPr lang="fr-FR" dirty="0"/>
              <a:t>Police : Arial var .</a:t>
            </a:r>
          </a:p>
          <a:p>
            <a:r>
              <a:rPr lang="fr-FR" dirty="0"/>
              <a:t>Pourquoi ? Elle est simple, moderne et facile à lire .</a:t>
            </a:r>
          </a:p>
          <a:p>
            <a:r>
              <a:rPr lang="fr-FR"/>
              <a:t>Inspirations </a:t>
            </a:r>
            <a:r>
              <a:rPr lang="fr-FR" dirty="0"/>
              <a:t>: Les plateformes de freelances comme </a:t>
            </a:r>
            <a:r>
              <a:rPr lang="fr-FR" dirty="0" err="1"/>
              <a:t>Fiverr</a:t>
            </a:r>
            <a:r>
              <a:rPr lang="fr-FR" dirty="0"/>
              <a:t> , </a:t>
            </a:r>
            <a:r>
              <a:rPr lang="fr-FR" dirty="0" err="1"/>
              <a:t>Upwork</a:t>
            </a:r>
            <a:r>
              <a:rPr lang="fr-FR" dirty="0"/>
              <a:t> ou Malt.</a:t>
            </a:r>
          </a:p>
        </p:txBody>
      </p:sp>
    </p:spTree>
    <p:extLst>
      <p:ext uri="{BB962C8B-B14F-4D97-AF65-F5344CB8AC3E}">
        <p14:creationId xmlns:p14="http://schemas.microsoft.com/office/powerpoint/2010/main" val="134834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D608FE-8D1C-1424-41A7-21AB63ADC048}"/>
              </a:ext>
            </a:extLst>
          </p:cNvPr>
          <p:cNvSpPr>
            <a:spLocks noGrp="1"/>
          </p:cNvSpPr>
          <p:nvPr>
            <p:ph type="title"/>
          </p:nvPr>
        </p:nvSpPr>
        <p:spPr/>
        <p:txBody>
          <a:bodyPr/>
          <a:lstStyle/>
          <a:p>
            <a:r>
              <a:rPr lang="en-US" dirty="0"/>
              <a:t>Arborescence</a:t>
            </a:r>
            <a:endParaRPr lang="fr-FR" dirty="0"/>
          </a:p>
        </p:txBody>
      </p:sp>
      <p:sp>
        <p:nvSpPr>
          <p:cNvPr id="3" name="Espace réservé du contenu 2">
            <a:extLst>
              <a:ext uri="{FF2B5EF4-FFF2-40B4-BE49-F238E27FC236}">
                <a16:creationId xmlns:a16="http://schemas.microsoft.com/office/drawing/2014/main" id="{6720846B-870B-154D-D36E-17741B1C66B9}"/>
              </a:ext>
            </a:extLst>
          </p:cNvPr>
          <p:cNvSpPr>
            <a:spLocks noGrp="1"/>
          </p:cNvSpPr>
          <p:nvPr>
            <p:ph idx="1"/>
          </p:nvPr>
        </p:nvSpPr>
        <p:spPr/>
        <p:txBody>
          <a:bodyPr>
            <a:normAutofit fontScale="55000" lnSpcReduction="20000"/>
          </a:bodyPr>
          <a:lstStyle/>
          <a:p>
            <a:r>
              <a:rPr lang="fr-FR" dirty="0"/>
              <a:t>AfriTalent_Projet_S2_FINAL</a:t>
            </a:r>
          </a:p>
          <a:p>
            <a:r>
              <a:rPr lang="fr-FR" dirty="0"/>
              <a:t>├── index.html </a:t>
            </a:r>
          </a:p>
          <a:p>
            <a:pPr marL="0" indent="0">
              <a:buNone/>
            </a:pPr>
            <a:r>
              <a:rPr lang="fr-FR" dirty="0"/>
              <a:t>├── freelances.html</a:t>
            </a:r>
          </a:p>
          <a:p>
            <a:pPr marL="0" indent="0">
              <a:buNone/>
            </a:pPr>
            <a:r>
              <a:rPr lang="fr-FR" dirty="0"/>
              <a:t> ├── tarifs.html </a:t>
            </a:r>
          </a:p>
          <a:p>
            <a:pPr marL="0" indent="0">
              <a:buNone/>
            </a:pPr>
            <a:r>
              <a:rPr lang="fr-FR" dirty="0"/>
              <a:t>├── about.html </a:t>
            </a:r>
          </a:p>
          <a:p>
            <a:pPr marL="0" indent="0">
              <a:buNone/>
            </a:pPr>
            <a:r>
              <a:rPr lang="fr-FR" dirty="0"/>
              <a:t>├── contact.htm</a:t>
            </a:r>
          </a:p>
          <a:p>
            <a:pPr marL="0" indent="0">
              <a:buNone/>
            </a:pPr>
            <a:r>
              <a:rPr lang="fr-FR" dirty="0"/>
              <a:t>├── CSS/ │</a:t>
            </a:r>
          </a:p>
          <a:p>
            <a:pPr marL="0" indent="0">
              <a:buNone/>
            </a:pPr>
            <a:r>
              <a:rPr lang="fr-FR" dirty="0"/>
              <a:t> └── style.css</a:t>
            </a:r>
          </a:p>
          <a:p>
            <a:pPr marL="0" indent="0">
              <a:buNone/>
            </a:pPr>
            <a:r>
              <a:rPr lang="fr-FR" dirty="0"/>
              <a:t>├── JS/ │</a:t>
            </a:r>
          </a:p>
          <a:p>
            <a:pPr marL="0" indent="0">
              <a:buNone/>
            </a:pPr>
            <a:r>
              <a:rPr lang="fr-FR" dirty="0"/>
              <a:t> └── main.js </a:t>
            </a:r>
          </a:p>
          <a:p>
            <a:pPr marL="0" indent="0">
              <a:buNone/>
            </a:pPr>
            <a:r>
              <a:rPr lang="fr-FR" dirty="0"/>
              <a:t>├── images/ </a:t>
            </a:r>
          </a:p>
          <a:p>
            <a:pPr marL="0" indent="0">
              <a:buNone/>
            </a:pPr>
            <a:r>
              <a:rPr lang="fr-FR" dirty="0"/>
              <a:t>│ └── (vos images, logos, avatars) </a:t>
            </a:r>
          </a:p>
          <a:p>
            <a:pPr marL="0" indent="0">
              <a:buNone/>
            </a:pPr>
            <a:r>
              <a:rPr lang="fr-FR" dirty="0"/>
              <a:t>├── docs/</a:t>
            </a:r>
          </a:p>
          <a:p>
            <a:pPr marL="0" indent="0">
              <a:buNone/>
            </a:pPr>
            <a:r>
              <a:rPr lang="fr-FR" dirty="0"/>
              <a:t> │ └── NOM_Prenom_Presentation.pptx ├</a:t>
            </a:r>
          </a:p>
          <a:p>
            <a:pPr marL="0" indent="0">
              <a:buNone/>
            </a:pPr>
            <a:r>
              <a:rPr lang="fr-FR" dirty="0"/>
              <a:t>── README.md </a:t>
            </a:r>
          </a:p>
          <a:p>
            <a:pPr marL="0" indent="0">
              <a:buNone/>
            </a:pPr>
            <a:r>
              <a:rPr lang="fr-FR" dirty="0"/>
              <a:t>└── .</a:t>
            </a:r>
            <a:r>
              <a:rPr lang="fr-FR" dirty="0" err="1"/>
              <a:t>Gitignore</a:t>
            </a:r>
            <a:endParaRPr lang="fr-FR" dirty="0"/>
          </a:p>
        </p:txBody>
      </p:sp>
    </p:spTree>
    <p:extLst>
      <p:ext uri="{BB962C8B-B14F-4D97-AF65-F5344CB8AC3E}">
        <p14:creationId xmlns:p14="http://schemas.microsoft.com/office/powerpoint/2010/main" val="3906449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822ECD-BB34-77AA-939F-890B1596EB15}"/>
              </a:ext>
            </a:extLst>
          </p:cNvPr>
          <p:cNvSpPr>
            <a:spLocks noGrp="1"/>
          </p:cNvSpPr>
          <p:nvPr>
            <p:ph type="title"/>
          </p:nvPr>
        </p:nvSpPr>
        <p:spPr/>
        <p:txBody>
          <a:bodyPr/>
          <a:lstStyle/>
          <a:p>
            <a:r>
              <a:rPr lang="en-US" dirty="0"/>
              <a:t>Index.html</a:t>
            </a:r>
            <a:endParaRPr lang="fr-FR" dirty="0"/>
          </a:p>
        </p:txBody>
      </p:sp>
      <p:pic>
        <p:nvPicPr>
          <p:cNvPr id="7" name="Espace réservé du contenu 6">
            <a:extLst>
              <a:ext uri="{FF2B5EF4-FFF2-40B4-BE49-F238E27FC236}">
                <a16:creationId xmlns:a16="http://schemas.microsoft.com/office/drawing/2014/main" id="{7E5916A2-7FE6-DE91-BA2C-45FF4C6F23BF}"/>
              </a:ext>
            </a:extLst>
          </p:cNvPr>
          <p:cNvPicPr>
            <a:picLocks noGrp="1" noChangeAspect="1"/>
          </p:cNvPicPr>
          <p:nvPr>
            <p:ph idx="1"/>
          </p:nvPr>
        </p:nvPicPr>
        <p:blipFill>
          <a:blip r:embed="rId2"/>
          <a:stretch>
            <a:fillRect/>
          </a:stretch>
        </p:blipFill>
        <p:spPr>
          <a:xfrm>
            <a:off x="608013" y="1842057"/>
            <a:ext cx="10969625" cy="4056536"/>
          </a:xfrm>
          <a:prstGeom prst="rect">
            <a:avLst/>
          </a:prstGeom>
        </p:spPr>
      </p:pic>
      <p:graphicFrame>
        <p:nvGraphicFramePr>
          <p:cNvPr id="4" name="Objet 3">
            <a:extLst>
              <a:ext uri="{FF2B5EF4-FFF2-40B4-BE49-F238E27FC236}">
                <a16:creationId xmlns:a16="http://schemas.microsoft.com/office/drawing/2014/main" id="{9E0F1A37-54D1-F3DE-6E9C-8D69C7840669}"/>
              </a:ext>
            </a:extLst>
          </p:cNvPr>
          <p:cNvGraphicFramePr>
            <a:graphicFrameLocks noChangeAspect="1"/>
          </p:cNvGraphicFramePr>
          <p:nvPr>
            <p:extLst>
              <p:ext uri="{D42A27DB-BD31-4B8C-83A1-F6EECF244321}">
                <p14:modId xmlns:p14="http://schemas.microsoft.com/office/powerpoint/2010/main" val="69027527"/>
              </p:ext>
            </p:extLst>
          </p:nvPr>
        </p:nvGraphicFramePr>
        <p:xfrm>
          <a:off x="5756275" y="3163888"/>
          <a:ext cx="679450" cy="527050"/>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3" imgW="679269" imgH="527027" progId="Package">
                  <p:embed/>
                </p:oleObj>
              </mc:Choice>
              <mc:Fallback>
                <p:oleObj name="Objet d’environnement du Gestionnaire de liaisons" showAsIcon="1" r:id="rId3" imgW="679269" imgH="527027" progId="Package">
                  <p:embed/>
                  <p:pic>
                    <p:nvPicPr>
                      <p:cNvPr id="4" name="Objet 3">
                        <a:extLst>
                          <a:ext uri="{FF2B5EF4-FFF2-40B4-BE49-F238E27FC236}">
                            <a16:creationId xmlns:a16="http://schemas.microsoft.com/office/drawing/2014/main" id="{9E0F1A37-54D1-F3DE-6E9C-8D69C7840669}"/>
                          </a:ext>
                        </a:extLst>
                      </p:cNvPr>
                      <p:cNvPicPr/>
                      <p:nvPr/>
                    </p:nvPicPr>
                    <p:blipFill>
                      <a:blip r:embed="rId4"/>
                      <a:stretch>
                        <a:fillRect/>
                      </a:stretch>
                    </p:blipFill>
                    <p:spPr>
                      <a:xfrm>
                        <a:off x="5756275" y="3163888"/>
                        <a:ext cx="679450" cy="527050"/>
                      </a:xfrm>
                      <a:prstGeom prst="rect">
                        <a:avLst/>
                      </a:prstGeom>
                    </p:spPr>
                  </p:pic>
                </p:oleObj>
              </mc:Fallback>
            </mc:AlternateContent>
          </a:graphicData>
        </a:graphic>
      </p:graphicFrame>
      <p:graphicFrame>
        <p:nvGraphicFramePr>
          <p:cNvPr id="5" name="Objet 4">
            <a:extLst>
              <a:ext uri="{FF2B5EF4-FFF2-40B4-BE49-F238E27FC236}">
                <a16:creationId xmlns:a16="http://schemas.microsoft.com/office/drawing/2014/main" id="{EAC81C9A-17E3-5252-63DC-6957E4CE2B82}"/>
              </a:ext>
            </a:extLst>
          </p:cNvPr>
          <p:cNvGraphicFramePr>
            <a:graphicFrameLocks noChangeAspect="1"/>
          </p:cNvGraphicFramePr>
          <p:nvPr>
            <p:extLst>
              <p:ext uri="{D42A27DB-BD31-4B8C-83A1-F6EECF244321}">
                <p14:modId xmlns:p14="http://schemas.microsoft.com/office/powerpoint/2010/main" val="2153196017"/>
              </p:ext>
            </p:extLst>
          </p:nvPr>
        </p:nvGraphicFramePr>
        <p:xfrm>
          <a:off x="5756275" y="3163888"/>
          <a:ext cx="679450" cy="527050"/>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5" imgW="679269" imgH="527027" progId="Package">
                  <p:embed/>
                </p:oleObj>
              </mc:Choice>
              <mc:Fallback>
                <p:oleObj name="Objet d’environnement du Gestionnaire de liaisons" showAsIcon="1" r:id="rId5" imgW="679269" imgH="527027" progId="Package">
                  <p:embed/>
                  <p:pic>
                    <p:nvPicPr>
                      <p:cNvPr id="5" name="Objet 4">
                        <a:extLst>
                          <a:ext uri="{FF2B5EF4-FFF2-40B4-BE49-F238E27FC236}">
                            <a16:creationId xmlns:a16="http://schemas.microsoft.com/office/drawing/2014/main" id="{EAC81C9A-17E3-5252-63DC-6957E4CE2B82}"/>
                          </a:ext>
                        </a:extLst>
                      </p:cNvPr>
                      <p:cNvPicPr/>
                      <p:nvPr/>
                    </p:nvPicPr>
                    <p:blipFill>
                      <a:blip r:embed="rId6"/>
                      <a:stretch>
                        <a:fillRect/>
                      </a:stretch>
                    </p:blipFill>
                    <p:spPr>
                      <a:xfrm>
                        <a:off x="5756275" y="3163888"/>
                        <a:ext cx="679450" cy="527050"/>
                      </a:xfrm>
                      <a:prstGeom prst="rect">
                        <a:avLst/>
                      </a:prstGeom>
                    </p:spPr>
                  </p:pic>
                </p:oleObj>
              </mc:Fallback>
            </mc:AlternateContent>
          </a:graphicData>
        </a:graphic>
      </p:graphicFrame>
    </p:spTree>
    <p:extLst>
      <p:ext uri="{BB962C8B-B14F-4D97-AF65-F5344CB8AC3E}">
        <p14:creationId xmlns:p14="http://schemas.microsoft.com/office/powerpoint/2010/main" val="2660810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1A09C8-C3E7-6726-F983-9578D2E40F9A}"/>
              </a:ext>
            </a:extLst>
          </p:cNvPr>
          <p:cNvSpPr>
            <a:spLocks noGrp="1"/>
          </p:cNvSpPr>
          <p:nvPr>
            <p:ph type="title"/>
          </p:nvPr>
        </p:nvSpPr>
        <p:spPr/>
        <p:txBody>
          <a:bodyPr/>
          <a:lstStyle/>
          <a:p>
            <a:r>
              <a:rPr lang="en-US" dirty="0"/>
              <a:t>Freelances.html</a:t>
            </a:r>
            <a:endParaRPr lang="fr-FR" dirty="0"/>
          </a:p>
        </p:txBody>
      </p:sp>
      <p:pic>
        <p:nvPicPr>
          <p:cNvPr id="5" name="Espace réservé du contenu 4">
            <a:extLst>
              <a:ext uri="{FF2B5EF4-FFF2-40B4-BE49-F238E27FC236}">
                <a16:creationId xmlns:a16="http://schemas.microsoft.com/office/drawing/2014/main" id="{C6C33770-42DB-3CDE-94F2-A9F365ED501E}"/>
              </a:ext>
            </a:extLst>
          </p:cNvPr>
          <p:cNvPicPr>
            <a:picLocks noGrp="1" noChangeAspect="1"/>
          </p:cNvPicPr>
          <p:nvPr>
            <p:ph idx="1"/>
          </p:nvPr>
        </p:nvPicPr>
        <p:blipFill>
          <a:blip r:embed="rId2"/>
          <a:stretch>
            <a:fillRect/>
          </a:stretch>
        </p:blipFill>
        <p:spPr>
          <a:xfrm>
            <a:off x="608013" y="1778660"/>
            <a:ext cx="10969625" cy="4183331"/>
          </a:xfrm>
          <a:prstGeom prst="rect">
            <a:avLst/>
          </a:prstGeom>
        </p:spPr>
      </p:pic>
    </p:spTree>
    <p:extLst>
      <p:ext uri="{BB962C8B-B14F-4D97-AF65-F5344CB8AC3E}">
        <p14:creationId xmlns:p14="http://schemas.microsoft.com/office/powerpoint/2010/main" val="132807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5C53DA-2992-DD75-2D6D-CB02E6EAD1D2}"/>
              </a:ext>
            </a:extLst>
          </p:cNvPr>
          <p:cNvSpPr>
            <a:spLocks noGrp="1"/>
          </p:cNvSpPr>
          <p:nvPr>
            <p:ph type="title"/>
          </p:nvPr>
        </p:nvSpPr>
        <p:spPr/>
        <p:txBody>
          <a:bodyPr>
            <a:normAutofit/>
          </a:bodyPr>
          <a:lstStyle/>
          <a:p>
            <a:r>
              <a:rPr lang="en-US" dirty="0"/>
              <a:t>Tarisf.html</a:t>
            </a:r>
            <a:endParaRPr lang="fr-FR" dirty="0"/>
          </a:p>
        </p:txBody>
      </p:sp>
      <p:pic>
        <p:nvPicPr>
          <p:cNvPr id="5" name="Espace réservé du contenu 4">
            <a:extLst>
              <a:ext uri="{FF2B5EF4-FFF2-40B4-BE49-F238E27FC236}">
                <a16:creationId xmlns:a16="http://schemas.microsoft.com/office/drawing/2014/main" id="{294F04E4-567D-31FC-7F26-69F7ECEAB0F7}"/>
              </a:ext>
            </a:extLst>
          </p:cNvPr>
          <p:cNvPicPr>
            <a:picLocks noGrp="1" noChangeAspect="1"/>
          </p:cNvPicPr>
          <p:nvPr>
            <p:ph idx="1"/>
          </p:nvPr>
        </p:nvPicPr>
        <p:blipFill>
          <a:blip r:embed="rId2"/>
          <a:stretch>
            <a:fillRect/>
          </a:stretch>
        </p:blipFill>
        <p:spPr>
          <a:xfrm>
            <a:off x="608013" y="1588132"/>
            <a:ext cx="10969625" cy="4564386"/>
          </a:xfrm>
          <a:prstGeom prst="rect">
            <a:avLst/>
          </a:prstGeom>
        </p:spPr>
      </p:pic>
    </p:spTree>
    <p:extLst>
      <p:ext uri="{BB962C8B-B14F-4D97-AF65-F5344CB8AC3E}">
        <p14:creationId xmlns:p14="http://schemas.microsoft.com/office/powerpoint/2010/main" val="3880796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F3E4E-32F0-CEC8-3F75-8450A0E63569}"/>
              </a:ext>
            </a:extLst>
          </p:cNvPr>
          <p:cNvSpPr>
            <a:spLocks noGrp="1"/>
          </p:cNvSpPr>
          <p:nvPr>
            <p:ph type="title"/>
          </p:nvPr>
        </p:nvSpPr>
        <p:spPr/>
        <p:txBody>
          <a:bodyPr/>
          <a:lstStyle/>
          <a:p>
            <a:r>
              <a:rPr lang="en-US" dirty="0"/>
              <a:t>Apropos.html</a:t>
            </a:r>
            <a:endParaRPr lang="fr-FR" dirty="0"/>
          </a:p>
        </p:txBody>
      </p:sp>
      <p:pic>
        <p:nvPicPr>
          <p:cNvPr id="5" name="Espace réservé du contenu 4">
            <a:extLst>
              <a:ext uri="{FF2B5EF4-FFF2-40B4-BE49-F238E27FC236}">
                <a16:creationId xmlns:a16="http://schemas.microsoft.com/office/drawing/2014/main" id="{4EAD396E-51F2-B621-E26F-77E6F13E4B1A}"/>
              </a:ext>
            </a:extLst>
          </p:cNvPr>
          <p:cNvPicPr>
            <a:picLocks noGrp="1" noChangeAspect="1"/>
          </p:cNvPicPr>
          <p:nvPr>
            <p:ph idx="1"/>
          </p:nvPr>
        </p:nvPicPr>
        <p:blipFill>
          <a:blip r:embed="rId2"/>
          <a:stretch>
            <a:fillRect/>
          </a:stretch>
        </p:blipFill>
        <p:spPr>
          <a:xfrm>
            <a:off x="1045392" y="1490663"/>
            <a:ext cx="10094867" cy="4759325"/>
          </a:xfrm>
          <a:prstGeom prst="rect">
            <a:avLst/>
          </a:prstGeom>
        </p:spPr>
      </p:pic>
    </p:spTree>
    <p:extLst>
      <p:ext uri="{BB962C8B-B14F-4D97-AF65-F5344CB8AC3E}">
        <p14:creationId xmlns:p14="http://schemas.microsoft.com/office/powerpoint/2010/main" val="3268121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0FB7F-1D6E-B9B3-0A67-EC461A2DF63E}"/>
              </a:ext>
            </a:extLst>
          </p:cNvPr>
          <p:cNvSpPr>
            <a:spLocks noGrp="1"/>
          </p:cNvSpPr>
          <p:nvPr>
            <p:ph type="title"/>
          </p:nvPr>
        </p:nvSpPr>
        <p:spPr/>
        <p:txBody>
          <a:bodyPr/>
          <a:lstStyle/>
          <a:p>
            <a:r>
              <a:rPr lang="en-US" dirty="0"/>
              <a:t>Contacte.html</a:t>
            </a:r>
            <a:endParaRPr lang="fr-FR" dirty="0"/>
          </a:p>
        </p:txBody>
      </p:sp>
      <p:pic>
        <p:nvPicPr>
          <p:cNvPr id="5" name="Espace réservé du contenu 4">
            <a:extLst>
              <a:ext uri="{FF2B5EF4-FFF2-40B4-BE49-F238E27FC236}">
                <a16:creationId xmlns:a16="http://schemas.microsoft.com/office/drawing/2014/main" id="{C38A6FFA-E328-02F0-F207-A8F10BE55888}"/>
              </a:ext>
            </a:extLst>
          </p:cNvPr>
          <p:cNvPicPr>
            <a:picLocks noGrp="1" noChangeAspect="1"/>
          </p:cNvPicPr>
          <p:nvPr>
            <p:ph idx="1"/>
          </p:nvPr>
        </p:nvPicPr>
        <p:blipFill>
          <a:blip r:embed="rId2"/>
          <a:stretch>
            <a:fillRect/>
          </a:stretch>
        </p:blipFill>
        <p:spPr>
          <a:xfrm>
            <a:off x="1097971" y="1490663"/>
            <a:ext cx="9989709" cy="4759325"/>
          </a:xfrm>
          <a:prstGeom prst="rect">
            <a:avLst/>
          </a:prstGeom>
        </p:spPr>
      </p:pic>
    </p:spTree>
    <p:extLst>
      <p:ext uri="{BB962C8B-B14F-4D97-AF65-F5344CB8AC3E}">
        <p14:creationId xmlns:p14="http://schemas.microsoft.com/office/powerpoint/2010/main" val="1509804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028D3E-482D-1833-1A7D-3A26697B2974}"/>
              </a:ext>
            </a:extLst>
          </p:cNvPr>
          <p:cNvSpPr>
            <a:spLocks noGrp="1"/>
          </p:cNvSpPr>
          <p:nvPr>
            <p:ph type="title"/>
          </p:nvPr>
        </p:nvSpPr>
        <p:spPr/>
        <p:txBody>
          <a:bodyPr/>
          <a:lstStyle/>
          <a:p>
            <a:r>
              <a:rPr lang="en-US" dirty="0"/>
              <a:t>Points technique-JavaScript </a:t>
            </a:r>
            <a:endParaRPr lang="fr-FR" dirty="0"/>
          </a:p>
        </p:txBody>
      </p:sp>
      <p:sp>
        <p:nvSpPr>
          <p:cNvPr id="3" name="Espace réservé du contenu 2">
            <a:extLst>
              <a:ext uri="{FF2B5EF4-FFF2-40B4-BE49-F238E27FC236}">
                <a16:creationId xmlns:a16="http://schemas.microsoft.com/office/drawing/2014/main" id="{53211688-87DF-B8C8-C7B3-8270EA1871E5}"/>
              </a:ext>
            </a:extLst>
          </p:cNvPr>
          <p:cNvSpPr>
            <a:spLocks noGrp="1"/>
          </p:cNvSpPr>
          <p:nvPr>
            <p:ph idx="1"/>
          </p:nvPr>
        </p:nvSpPr>
        <p:spPr/>
        <p:txBody>
          <a:bodyPr/>
          <a:lstStyle/>
          <a:p>
            <a:r>
              <a:rPr lang="fr-FR" dirty="0"/>
              <a:t>Validation du  formulation de contact.</a:t>
            </a:r>
          </a:p>
          <a:p>
            <a:r>
              <a:rPr lang="fr-FR" dirty="0"/>
              <a:t>Vérification des champs obligatoires.</a:t>
            </a:r>
          </a:p>
          <a:p>
            <a:r>
              <a:rPr lang="fr-FR" dirty="0"/>
              <a:t>Affichage du message &lt; Votre message a été envoyé avec succès&gt;.</a:t>
            </a:r>
          </a:p>
          <a:p>
            <a:r>
              <a:rPr lang="fr-FR" dirty="0"/>
              <a:t>Filtrage des freelances par catégorie.</a:t>
            </a:r>
          </a:p>
          <a:p>
            <a:r>
              <a:rPr lang="fr-FR" dirty="0"/>
              <a:t>Bouton retour en haut.</a:t>
            </a:r>
          </a:p>
          <a:p>
            <a:r>
              <a:rPr lang="fr-FR" dirty="0"/>
              <a:t>Mode sombre.</a:t>
            </a:r>
          </a:p>
        </p:txBody>
      </p:sp>
    </p:spTree>
    <p:extLst>
      <p:ext uri="{BB962C8B-B14F-4D97-AF65-F5344CB8AC3E}">
        <p14:creationId xmlns:p14="http://schemas.microsoft.com/office/powerpoint/2010/main" val="3945240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C03C10-34A2-9907-B634-F4922578CDBE}"/>
              </a:ext>
            </a:extLst>
          </p:cNvPr>
          <p:cNvSpPr>
            <a:spLocks noGrp="1"/>
          </p:cNvSpPr>
          <p:nvPr>
            <p:ph type="title"/>
          </p:nvPr>
        </p:nvSpPr>
        <p:spPr/>
        <p:txBody>
          <a:bodyPr/>
          <a:lstStyle/>
          <a:p>
            <a:r>
              <a:rPr lang="fr-FR" dirty="0"/>
              <a:t>Points techniques - Bootstrap</a:t>
            </a:r>
          </a:p>
        </p:txBody>
      </p:sp>
      <p:sp>
        <p:nvSpPr>
          <p:cNvPr id="3" name="Espace réservé du contenu 2">
            <a:extLst>
              <a:ext uri="{FF2B5EF4-FFF2-40B4-BE49-F238E27FC236}">
                <a16:creationId xmlns:a16="http://schemas.microsoft.com/office/drawing/2014/main" id="{E8A170F6-22F6-8D57-E084-FAF93AE43423}"/>
              </a:ext>
            </a:extLst>
          </p:cNvPr>
          <p:cNvSpPr>
            <a:spLocks noGrp="1"/>
          </p:cNvSpPr>
          <p:nvPr>
            <p:ph idx="1"/>
          </p:nvPr>
        </p:nvSpPr>
        <p:spPr/>
        <p:txBody>
          <a:bodyPr/>
          <a:lstStyle/>
          <a:p>
            <a:r>
              <a:rPr lang="fr-FR" dirty="0" err="1"/>
              <a:t>Navbar</a:t>
            </a:r>
            <a:r>
              <a:rPr lang="fr-FR" dirty="0"/>
              <a:t> (barre de navigation)</a:t>
            </a:r>
          </a:p>
          <a:p>
            <a:r>
              <a:rPr lang="fr-FR" dirty="0" err="1"/>
              <a:t>Cards</a:t>
            </a:r>
            <a:r>
              <a:rPr lang="fr-FR" dirty="0"/>
              <a:t> (cartes des freelances et des tarifs)</a:t>
            </a:r>
          </a:p>
          <a:p>
            <a:r>
              <a:rPr lang="fr-FR" dirty="0" err="1"/>
              <a:t>Grid</a:t>
            </a:r>
            <a:r>
              <a:rPr lang="fr-FR" dirty="0"/>
              <a:t> (container, </a:t>
            </a:r>
            <a:r>
              <a:rPr lang="fr-FR" dirty="0" err="1"/>
              <a:t>row</a:t>
            </a:r>
            <a:r>
              <a:rPr lang="fr-FR" dirty="0"/>
              <a:t>, col)</a:t>
            </a:r>
          </a:p>
          <a:p>
            <a:r>
              <a:rPr lang="fr-FR" dirty="0"/>
              <a:t>Buttons (boutons)</a:t>
            </a:r>
          </a:p>
          <a:p>
            <a:r>
              <a:rPr lang="fr-FR" dirty="0"/>
              <a:t>Form (formulaire de contact)</a:t>
            </a:r>
          </a:p>
          <a:p>
            <a:r>
              <a:rPr lang="fr-FR" dirty="0" err="1"/>
              <a:t>Accordion</a:t>
            </a:r>
            <a:r>
              <a:rPr lang="fr-FR" dirty="0"/>
              <a:t> (FAQ)Alert (message de succès</a:t>
            </a:r>
          </a:p>
        </p:txBody>
      </p:sp>
    </p:spTree>
    <p:extLst>
      <p:ext uri="{BB962C8B-B14F-4D97-AF65-F5344CB8AC3E}">
        <p14:creationId xmlns:p14="http://schemas.microsoft.com/office/powerpoint/2010/main" val="688941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B0802F-C3CC-C8EB-F00C-E84FEA3C1CBA}"/>
              </a:ext>
            </a:extLst>
          </p:cNvPr>
          <p:cNvSpPr>
            <a:spLocks noGrp="1"/>
          </p:cNvSpPr>
          <p:nvPr>
            <p:ph type="title"/>
          </p:nvPr>
        </p:nvSpPr>
        <p:spPr/>
        <p:txBody>
          <a:bodyPr/>
          <a:lstStyle/>
          <a:p>
            <a:r>
              <a:rPr lang="en-US" dirty="0"/>
              <a:t>GitHub et </a:t>
            </a:r>
            <a:r>
              <a:rPr lang="en-US" dirty="0" err="1"/>
              <a:t>deploiement</a:t>
            </a:r>
            <a:endParaRPr lang="fr-FR" dirty="0"/>
          </a:p>
        </p:txBody>
      </p:sp>
      <p:sp>
        <p:nvSpPr>
          <p:cNvPr id="3" name="Espace réservé du contenu 2">
            <a:extLst>
              <a:ext uri="{FF2B5EF4-FFF2-40B4-BE49-F238E27FC236}">
                <a16:creationId xmlns:a16="http://schemas.microsoft.com/office/drawing/2014/main" id="{47BCB39E-EA41-66DE-9971-37E4171ADCE9}"/>
              </a:ext>
            </a:extLst>
          </p:cNvPr>
          <p:cNvSpPr>
            <a:spLocks noGrp="1"/>
          </p:cNvSpPr>
          <p:nvPr>
            <p:ph idx="1"/>
          </p:nvPr>
        </p:nvSpPr>
        <p:spPr/>
        <p:txBody>
          <a:bodyPr>
            <a:normAutofit fontScale="70000" lnSpcReduction="20000"/>
          </a:bodyPr>
          <a:lstStyle/>
          <a:p>
            <a:pPr marL="0" indent="0">
              <a:buNone/>
            </a:pPr>
            <a:r>
              <a:rPr lang="en-US" dirty="0" err="1"/>
              <a:t>Historique</a:t>
            </a:r>
            <a:r>
              <a:rPr lang="en-US" dirty="0"/>
              <a:t> des commits</a:t>
            </a:r>
          </a:p>
          <a:p>
            <a:r>
              <a:rPr lang="en-US" dirty="0"/>
              <a:t>10 commits </a:t>
            </a:r>
            <a:r>
              <a:rPr lang="en-US" dirty="0" err="1"/>
              <a:t>réalisés</a:t>
            </a:r>
            <a:r>
              <a:rPr lang="en-US" dirty="0"/>
              <a:t> au </a:t>
            </a:r>
            <a:r>
              <a:rPr lang="en-US" dirty="0" err="1"/>
              <a:t>cours</a:t>
            </a:r>
            <a:r>
              <a:rPr lang="en-US" dirty="0"/>
              <a:t> du </a:t>
            </a:r>
            <a:r>
              <a:rPr lang="en-US" dirty="0" err="1"/>
              <a:t>développement</a:t>
            </a:r>
            <a:r>
              <a:rPr lang="en-US" dirty="0"/>
              <a:t> du </a:t>
            </a:r>
            <a:r>
              <a:rPr lang="en-US" dirty="0" err="1"/>
              <a:t>projet</a:t>
            </a:r>
            <a:r>
              <a:rPr lang="en-US" dirty="0"/>
              <a:t>.</a:t>
            </a:r>
          </a:p>
          <a:p>
            <a:r>
              <a:rPr lang="en-US" dirty="0" err="1"/>
              <a:t>Chaque</a:t>
            </a:r>
            <a:r>
              <a:rPr lang="en-US" dirty="0"/>
              <a:t> commit correspond a </a:t>
            </a:r>
            <a:r>
              <a:rPr lang="en-US" dirty="0" err="1"/>
              <a:t>une</a:t>
            </a:r>
            <a:r>
              <a:rPr lang="en-US" dirty="0"/>
              <a:t> étape </a:t>
            </a:r>
            <a:r>
              <a:rPr lang="en-US" dirty="0" err="1"/>
              <a:t>importante</a:t>
            </a:r>
            <a:r>
              <a:rPr lang="en-US" dirty="0"/>
              <a:t> ( structure, responsive, JavaScript , </a:t>
            </a:r>
            <a:r>
              <a:rPr lang="en-US" dirty="0" err="1"/>
              <a:t>finalisation</a:t>
            </a:r>
            <a:r>
              <a:rPr lang="en-US" dirty="0"/>
              <a:t> , etc..)</a:t>
            </a:r>
          </a:p>
          <a:p>
            <a:endParaRPr lang="en-US" dirty="0"/>
          </a:p>
          <a:p>
            <a:pPr marL="0" indent="0">
              <a:buNone/>
            </a:pPr>
            <a:r>
              <a:rPr lang="en-US" dirty="0"/>
              <a:t>Workflow git</a:t>
            </a:r>
          </a:p>
          <a:p>
            <a:r>
              <a:rPr lang="en-US" dirty="0"/>
              <a:t>Git status</a:t>
            </a:r>
          </a:p>
          <a:p>
            <a:r>
              <a:rPr lang="en-US" dirty="0"/>
              <a:t>Git add .</a:t>
            </a:r>
          </a:p>
          <a:p>
            <a:r>
              <a:rPr lang="en-US" dirty="0"/>
              <a:t>Git push</a:t>
            </a:r>
          </a:p>
          <a:p>
            <a:r>
              <a:rPr lang="en-US" dirty="0"/>
              <a:t>Git push origin</a:t>
            </a:r>
          </a:p>
          <a:p>
            <a:r>
              <a:rPr lang="en-US" dirty="0"/>
              <a:t>Main</a:t>
            </a:r>
          </a:p>
          <a:p>
            <a:endParaRPr lang="en-US" dirty="0"/>
          </a:p>
          <a:p>
            <a:pPr marL="0" indent="0">
              <a:buNone/>
            </a:pPr>
            <a:r>
              <a:rPr lang="en-US" dirty="0"/>
              <a:t>Lien GitHub Pages</a:t>
            </a:r>
          </a:p>
          <a:p>
            <a:r>
              <a:rPr lang="fr-FR" dirty="0"/>
              <a:t>https://kandjiramata27-png.github.io/Ramatakandji-AfriTalent/</a:t>
            </a:r>
          </a:p>
          <a:p>
            <a:endParaRPr lang="fr-FR" dirty="0"/>
          </a:p>
        </p:txBody>
      </p:sp>
    </p:spTree>
    <p:extLst>
      <p:ext uri="{BB962C8B-B14F-4D97-AF65-F5344CB8AC3E}">
        <p14:creationId xmlns:p14="http://schemas.microsoft.com/office/powerpoint/2010/main" val="368584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7ED77B-EFD9-CA97-5DF6-C13494B8DD4E}"/>
              </a:ext>
            </a:extLst>
          </p:cNvPr>
          <p:cNvSpPr>
            <a:spLocks noGrp="1"/>
          </p:cNvSpPr>
          <p:nvPr>
            <p:ph type="title"/>
          </p:nvPr>
        </p:nvSpPr>
        <p:spPr/>
        <p:txBody>
          <a:bodyPr/>
          <a:lstStyle/>
          <a:p>
            <a:r>
              <a:rPr lang="en-US" dirty="0" err="1"/>
              <a:t>Difficultes</a:t>
            </a:r>
            <a:r>
              <a:rPr lang="en-US" dirty="0"/>
              <a:t> </a:t>
            </a:r>
            <a:r>
              <a:rPr lang="en-US" dirty="0" err="1"/>
              <a:t>rencontrees</a:t>
            </a:r>
            <a:r>
              <a:rPr lang="en-US" dirty="0"/>
              <a:t> et solutions</a:t>
            </a:r>
            <a:endParaRPr lang="fr-FR" dirty="0"/>
          </a:p>
        </p:txBody>
      </p:sp>
      <p:sp>
        <p:nvSpPr>
          <p:cNvPr id="3" name="Espace réservé du contenu 2">
            <a:extLst>
              <a:ext uri="{FF2B5EF4-FFF2-40B4-BE49-F238E27FC236}">
                <a16:creationId xmlns:a16="http://schemas.microsoft.com/office/drawing/2014/main" id="{0B33CFC6-ADDE-567C-38F7-2569B7621A9C}"/>
              </a:ext>
            </a:extLst>
          </p:cNvPr>
          <p:cNvSpPr>
            <a:spLocks noGrp="1"/>
          </p:cNvSpPr>
          <p:nvPr>
            <p:ph idx="1"/>
          </p:nvPr>
        </p:nvSpPr>
        <p:spPr/>
        <p:txBody>
          <a:bodyPr/>
          <a:lstStyle/>
          <a:p>
            <a:r>
              <a:rPr lang="fr-FR" dirty="0"/>
              <a:t>Difficulté 1 :</a:t>
            </a:r>
          </a:p>
          <a:p>
            <a:r>
              <a:rPr lang="fr-FR" dirty="0"/>
              <a:t>Le formulaire de contact n'affichait pas le message de succès .</a:t>
            </a:r>
          </a:p>
          <a:p>
            <a:r>
              <a:rPr lang="fr-FR" dirty="0"/>
              <a:t>Solution : correction du code JavaScript et des identifiants (id) du formulaire .</a:t>
            </a:r>
          </a:p>
          <a:p>
            <a:r>
              <a:rPr lang="fr-FR" dirty="0"/>
              <a:t>Difficulté 2 :</a:t>
            </a:r>
          </a:p>
          <a:p>
            <a:r>
              <a:rPr lang="fr-FR" dirty="0"/>
              <a:t>Le filtre des freelances ou la FAQ Bootstrap ne fonctionnait pas correctement .</a:t>
            </a:r>
          </a:p>
          <a:p>
            <a:r>
              <a:rPr lang="fr-FR" dirty="0"/>
              <a:t>Solution : correction des attributs Bootstrap et du chargement du fichier JavaScript de Bootstrap</a:t>
            </a:r>
          </a:p>
        </p:txBody>
      </p:sp>
    </p:spTree>
    <p:extLst>
      <p:ext uri="{BB962C8B-B14F-4D97-AF65-F5344CB8AC3E}">
        <p14:creationId xmlns:p14="http://schemas.microsoft.com/office/powerpoint/2010/main" val="2224403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6B52EF-5E8E-315C-2191-DA9B513ADFE6}"/>
              </a:ext>
            </a:extLst>
          </p:cNvPr>
          <p:cNvSpPr>
            <a:spLocks noGrp="1"/>
          </p:cNvSpPr>
          <p:nvPr>
            <p:ph type="title"/>
          </p:nvPr>
        </p:nvSpPr>
        <p:spPr/>
        <p:txBody>
          <a:bodyPr/>
          <a:lstStyle/>
          <a:p>
            <a:r>
              <a:rPr lang="en-US" dirty="0" err="1"/>
              <a:t>Ressources</a:t>
            </a:r>
            <a:r>
              <a:rPr lang="en-US" dirty="0"/>
              <a:t> et documents utilis</a:t>
            </a:r>
            <a:r>
              <a:rPr lang="fr-FR" dirty="0"/>
              <a:t>é</a:t>
            </a:r>
            <a:r>
              <a:rPr lang="en-US" dirty="0"/>
              <a:t>s</a:t>
            </a:r>
            <a:endParaRPr lang="fr-FR" dirty="0"/>
          </a:p>
        </p:txBody>
      </p:sp>
      <p:sp>
        <p:nvSpPr>
          <p:cNvPr id="3" name="Espace réservé du contenu 2">
            <a:extLst>
              <a:ext uri="{FF2B5EF4-FFF2-40B4-BE49-F238E27FC236}">
                <a16:creationId xmlns:a16="http://schemas.microsoft.com/office/drawing/2014/main" id="{3F732486-AC5D-8987-D23D-A5335D2866E2}"/>
              </a:ext>
            </a:extLst>
          </p:cNvPr>
          <p:cNvSpPr>
            <a:spLocks noGrp="1"/>
          </p:cNvSpPr>
          <p:nvPr>
            <p:ph idx="1"/>
          </p:nvPr>
        </p:nvSpPr>
        <p:spPr/>
        <p:txBody>
          <a:bodyPr/>
          <a:lstStyle/>
          <a:p>
            <a:r>
              <a:rPr lang="en-US" dirty="0"/>
              <a:t>Documentation </a:t>
            </a:r>
            <a:r>
              <a:rPr lang="en-US" dirty="0" err="1"/>
              <a:t>officielle</a:t>
            </a:r>
            <a:r>
              <a:rPr lang="en-US" dirty="0"/>
              <a:t> HTML5</a:t>
            </a:r>
          </a:p>
          <a:p>
            <a:r>
              <a:rPr lang="en-US" dirty="0"/>
              <a:t>Documentation </a:t>
            </a:r>
            <a:r>
              <a:rPr lang="en-US" dirty="0" err="1"/>
              <a:t>officielle</a:t>
            </a:r>
            <a:r>
              <a:rPr lang="en-US" dirty="0"/>
              <a:t>  CSS3</a:t>
            </a:r>
          </a:p>
          <a:p>
            <a:r>
              <a:rPr lang="en-US" dirty="0"/>
              <a:t>Documentation   Bootstrap</a:t>
            </a:r>
          </a:p>
          <a:p>
            <a:r>
              <a:rPr lang="en-US" dirty="0"/>
              <a:t>Documentation  JavaScript ( MDN Web Docs).</a:t>
            </a:r>
          </a:p>
          <a:p>
            <a:r>
              <a:rPr lang="en-US" dirty="0"/>
              <a:t>GitHub et GitHub Pages .</a:t>
            </a:r>
          </a:p>
          <a:p>
            <a:r>
              <a:rPr lang="en-US" dirty="0"/>
              <a:t>Visual Studio Code pour le </a:t>
            </a:r>
            <a:r>
              <a:rPr lang="en-US" dirty="0" err="1"/>
              <a:t>développement</a:t>
            </a:r>
            <a:r>
              <a:rPr lang="en-US" dirty="0"/>
              <a:t>.</a:t>
            </a:r>
            <a:endParaRPr lang="fr-FR" dirty="0"/>
          </a:p>
          <a:p>
            <a:endParaRPr lang="fr-FR" dirty="0"/>
          </a:p>
          <a:p>
            <a:endParaRPr lang="fr-FR" dirty="0"/>
          </a:p>
        </p:txBody>
      </p:sp>
    </p:spTree>
    <p:extLst>
      <p:ext uri="{BB962C8B-B14F-4D97-AF65-F5344CB8AC3E}">
        <p14:creationId xmlns:p14="http://schemas.microsoft.com/office/powerpoint/2010/main" val="3385604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3BDBAF-1D23-1A0A-3605-E9287456D5F2}"/>
              </a:ext>
            </a:extLst>
          </p:cNvPr>
          <p:cNvSpPr>
            <a:spLocks noGrp="1"/>
          </p:cNvSpPr>
          <p:nvPr>
            <p:ph type="title"/>
          </p:nvPr>
        </p:nvSpPr>
        <p:spPr/>
        <p:txBody>
          <a:bodyPr/>
          <a:lstStyle/>
          <a:p>
            <a:r>
              <a:rPr lang="fr-FR" dirty="0"/>
              <a:t>Démonstration </a:t>
            </a:r>
          </a:p>
        </p:txBody>
      </p:sp>
      <p:sp>
        <p:nvSpPr>
          <p:cNvPr id="3" name="Espace réservé du contenu 2">
            <a:extLst>
              <a:ext uri="{FF2B5EF4-FFF2-40B4-BE49-F238E27FC236}">
                <a16:creationId xmlns:a16="http://schemas.microsoft.com/office/drawing/2014/main" id="{5F48A483-A196-39E8-9E42-82CB8D41E29A}"/>
              </a:ext>
            </a:extLst>
          </p:cNvPr>
          <p:cNvSpPr>
            <a:spLocks noGrp="1"/>
          </p:cNvSpPr>
          <p:nvPr>
            <p:ph idx="1"/>
          </p:nvPr>
        </p:nvSpPr>
        <p:spPr/>
        <p:txBody>
          <a:bodyPr/>
          <a:lstStyle/>
          <a:p>
            <a:r>
              <a:rPr lang="en-US" dirty="0"/>
              <a:t>La page </a:t>
            </a:r>
            <a:r>
              <a:rPr lang="en-US" dirty="0" err="1"/>
              <a:t>d’accueil</a:t>
            </a:r>
            <a:r>
              <a:rPr lang="en-US" dirty="0"/>
              <a:t> .</a:t>
            </a:r>
          </a:p>
          <a:p>
            <a:r>
              <a:rPr lang="en-US" dirty="0"/>
              <a:t>Les </a:t>
            </a:r>
            <a:r>
              <a:rPr lang="en-US" dirty="0" err="1"/>
              <a:t>profils</a:t>
            </a:r>
            <a:r>
              <a:rPr lang="en-US" dirty="0"/>
              <a:t> des freelances .</a:t>
            </a:r>
          </a:p>
          <a:p>
            <a:r>
              <a:rPr lang="en-US" dirty="0"/>
              <a:t>Les </a:t>
            </a:r>
            <a:r>
              <a:rPr lang="en-US" dirty="0" err="1"/>
              <a:t>tarifs</a:t>
            </a:r>
            <a:r>
              <a:rPr lang="en-US" dirty="0"/>
              <a:t> .</a:t>
            </a:r>
          </a:p>
          <a:p>
            <a:r>
              <a:rPr lang="en-US" dirty="0"/>
              <a:t>La page A </a:t>
            </a:r>
            <a:r>
              <a:rPr lang="en-US" dirty="0" err="1"/>
              <a:t>propos</a:t>
            </a:r>
            <a:r>
              <a:rPr lang="en-US" dirty="0"/>
              <a:t> .</a:t>
            </a:r>
          </a:p>
          <a:p>
            <a:r>
              <a:rPr lang="en-US" dirty="0"/>
              <a:t>Le </a:t>
            </a:r>
            <a:r>
              <a:rPr lang="en-US" dirty="0" err="1"/>
              <a:t>formulaire</a:t>
            </a:r>
            <a:r>
              <a:rPr lang="en-US" dirty="0"/>
              <a:t> de contact .</a:t>
            </a:r>
          </a:p>
          <a:p>
            <a:r>
              <a:rPr lang="en-US" dirty="0"/>
              <a:t>Le mode </a:t>
            </a:r>
            <a:r>
              <a:rPr lang="en-US" dirty="0" err="1"/>
              <a:t>sombre</a:t>
            </a:r>
            <a:r>
              <a:rPr lang="en-US" dirty="0"/>
              <a:t> et le </a:t>
            </a:r>
            <a:r>
              <a:rPr lang="en-US" dirty="0" err="1"/>
              <a:t>filtrage</a:t>
            </a:r>
            <a:r>
              <a:rPr lang="en-US" dirty="0"/>
              <a:t> des freelances </a:t>
            </a:r>
          </a:p>
          <a:p>
            <a:endParaRPr lang="en-US" dirty="0"/>
          </a:p>
          <a:p>
            <a:endParaRPr lang="fr-FR" dirty="0"/>
          </a:p>
        </p:txBody>
      </p:sp>
    </p:spTree>
    <p:extLst>
      <p:ext uri="{BB962C8B-B14F-4D97-AF65-F5344CB8AC3E}">
        <p14:creationId xmlns:p14="http://schemas.microsoft.com/office/powerpoint/2010/main" val="2870749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3B76E1-D4B3-28AD-D5AB-1FA0D422DAE3}"/>
              </a:ext>
            </a:extLst>
          </p:cNvPr>
          <p:cNvSpPr>
            <a:spLocks noGrp="1"/>
          </p:cNvSpPr>
          <p:nvPr>
            <p:ph type="title"/>
          </p:nvPr>
        </p:nvSpPr>
        <p:spPr/>
        <p:txBody>
          <a:bodyPr/>
          <a:lstStyle/>
          <a:p>
            <a:r>
              <a:rPr lang="en-US" dirty="0"/>
              <a:t>Conclusion</a:t>
            </a:r>
            <a:endParaRPr lang="fr-FR" dirty="0"/>
          </a:p>
        </p:txBody>
      </p:sp>
      <p:sp>
        <p:nvSpPr>
          <p:cNvPr id="3" name="Espace réservé du contenu 2">
            <a:extLst>
              <a:ext uri="{FF2B5EF4-FFF2-40B4-BE49-F238E27FC236}">
                <a16:creationId xmlns:a16="http://schemas.microsoft.com/office/drawing/2014/main" id="{F2BA2718-FF8F-49B7-65F5-62E7A0D59F94}"/>
              </a:ext>
            </a:extLst>
          </p:cNvPr>
          <p:cNvSpPr>
            <a:spLocks noGrp="1"/>
          </p:cNvSpPr>
          <p:nvPr>
            <p:ph idx="1"/>
          </p:nvPr>
        </p:nvSpPr>
        <p:spPr/>
        <p:txBody>
          <a:bodyPr/>
          <a:lstStyle/>
          <a:p>
            <a:r>
              <a:rPr lang="fr-FR" dirty="0"/>
              <a:t>Le projet </a:t>
            </a:r>
            <a:r>
              <a:rPr lang="fr-FR" dirty="0" err="1"/>
              <a:t>AfriTalent</a:t>
            </a:r>
            <a:r>
              <a:rPr lang="fr-FR" dirty="0"/>
              <a:t> a été réalisé avec succès .</a:t>
            </a:r>
          </a:p>
          <a:p>
            <a:r>
              <a:rPr lang="fr-FR" dirty="0"/>
              <a:t>Les objectifs du cahier des charges ont été atteints .</a:t>
            </a:r>
          </a:p>
          <a:p>
            <a:r>
              <a:rPr lang="fr-FR" dirty="0"/>
              <a:t>Le site est responsive et fonctionnel .</a:t>
            </a:r>
          </a:p>
          <a:p>
            <a:r>
              <a:rPr lang="fr-FR" dirty="0"/>
              <a:t>Perspectives d'amélioration :</a:t>
            </a:r>
          </a:p>
          <a:p>
            <a:r>
              <a:rPr lang="fr-FR" dirty="0"/>
              <a:t>Ajouter un système de connexion et d'inscription .</a:t>
            </a:r>
          </a:p>
          <a:p>
            <a:r>
              <a:rPr lang="fr-FR" dirty="0"/>
              <a:t>Ajouter un moteur de recherche avancé pour les freelances .</a:t>
            </a:r>
          </a:p>
          <a:p>
            <a:r>
              <a:rPr lang="fr-FR" dirty="0"/>
              <a:t>Permettre les paiements en ligne .</a:t>
            </a:r>
          </a:p>
          <a:p>
            <a:r>
              <a:rPr lang="fr-FR" dirty="0"/>
              <a:t>Ajouter une messagerie entre clients et freelances.</a:t>
            </a:r>
          </a:p>
        </p:txBody>
      </p:sp>
    </p:spTree>
    <p:extLst>
      <p:ext uri="{BB962C8B-B14F-4D97-AF65-F5344CB8AC3E}">
        <p14:creationId xmlns:p14="http://schemas.microsoft.com/office/powerpoint/2010/main" val="9237022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577</Words>
  <Application>Microsoft Office PowerPoint</Application>
  <PresentationFormat>Grand écran</PresentationFormat>
  <Paragraphs>98</Paragraphs>
  <Slides>17</Slides>
  <Notes>0</Notes>
  <HiddenSlides>0</HiddenSlides>
  <MMClips>0</MMClips>
  <ScaleCrop>false</ScaleCrop>
  <HeadingPairs>
    <vt:vector size="8" baseType="variant">
      <vt:variant>
        <vt:lpstr>Polices utilisées</vt:lpstr>
      </vt:variant>
      <vt:variant>
        <vt:i4>2</vt:i4>
      </vt:variant>
      <vt:variant>
        <vt:lpstr>Thème</vt:lpstr>
      </vt:variant>
      <vt:variant>
        <vt:i4>1</vt:i4>
      </vt:variant>
      <vt:variant>
        <vt:lpstr>Serveurs OLE incorporés</vt:lpstr>
      </vt:variant>
      <vt:variant>
        <vt:i4>1</vt:i4>
      </vt:variant>
      <vt:variant>
        <vt:lpstr>Titres des diapositives</vt:lpstr>
      </vt:variant>
      <vt:variant>
        <vt:i4>17</vt:i4>
      </vt:variant>
    </vt:vector>
  </HeadingPairs>
  <TitlesOfParts>
    <vt:vector size="21" baseType="lpstr">
      <vt:lpstr>Arial</vt:lpstr>
      <vt:lpstr>Wingdings</vt:lpstr>
      <vt:lpstr>WPS</vt:lpstr>
      <vt:lpstr>Package</vt:lpstr>
      <vt:lpstr>Projet : AfriTalent</vt:lpstr>
      <vt:lpstr>Presentation du projet</vt:lpstr>
      <vt:lpstr>Choix du design – Palette de couleurs</vt:lpstr>
      <vt:lpstr>Choix du design – Police et inspirations</vt:lpstr>
      <vt:lpstr>Arborescence</vt:lpstr>
      <vt:lpstr>Index.html</vt:lpstr>
      <vt:lpstr>Freelances.html</vt:lpstr>
      <vt:lpstr>Tarisf.html</vt:lpstr>
      <vt:lpstr>Apropos.html</vt:lpstr>
      <vt:lpstr>Contacte.html</vt:lpstr>
      <vt:lpstr>Points technique-JavaScript </vt:lpstr>
      <vt:lpstr>Points techniques - Bootstrap</vt:lpstr>
      <vt:lpstr>GitHub et deploiement</vt:lpstr>
      <vt:lpstr>Difficultes rencontrees et solutions</vt:lpstr>
      <vt:lpstr>Ressources et documents utilisés</vt:lpstr>
      <vt:lpstr>Démonstration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ndiaw</dc:creator>
  <cp:lastModifiedBy>Cheikh Kane</cp:lastModifiedBy>
  <cp:revision>2</cp:revision>
  <dcterms:created xsi:type="dcterms:W3CDTF">2026-06-28T00:54:00Z</dcterms:created>
  <dcterms:modified xsi:type="dcterms:W3CDTF">2026-06-28T01:41:00Z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AED8331B67F243C386417DE68A2B514A_11</vt:lpwstr>
  </property>
</Properties>
</file>